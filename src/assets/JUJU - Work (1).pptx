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Lst>
  <p:sldSz cy="5143500" cx="9144000"/>
  <p:notesSz cx="6858000" cy="9144000"/>
  <p:embeddedFontLst>
    <p:embeddedFont>
      <p:font typeface="Roboto"/>
      <p:regular r:id="rId101"/>
      <p:bold r:id="rId102"/>
      <p:italic r:id="rId103"/>
      <p:boldItalic r:id="rId104"/>
    </p:embeddedFont>
    <p:embeddedFont>
      <p:font typeface="Inter"/>
      <p:regular r:id="rId105"/>
      <p:bold r:id="rId106"/>
      <p:italic r:id="rId107"/>
      <p:boldItalic r:id="rId10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Inter-italic.fntdata"/><Relationship Id="rId106" Type="http://schemas.openxmlformats.org/officeDocument/2006/relationships/font" Target="fonts/Inter-bold.fntdata"/><Relationship Id="rId105" Type="http://schemas.openxmlformats.org/officeDocument/2006/relationships/font" Target="fonts/Inter-regular.fntdata"/><Relationship Id="rId104" Type="http://schemas.openxmlformats.org/officeDocument/2006/relationships/font" Target="fonts/Roboto-boldItalic.fntdata"/><Relationship Id="rId108" Type="http://schemas.openxmlformats.org/officeDocument/2006/relationships/font" Target="fonts/Inter-bold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Roboto-italic.fntdata"/><Relationship Id="rId102" Type="http://schemas.openxmlformats.org/officeDocument/2006/relationships/font" Target="fonts/Roboto-bold.fntdata"/><Relationship Id="rId101" Type="http://schemas.openxmlformats.org/officeDocument/2006/relationships/font" Target="fonts/Roboto-regular.fntdata"/><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Celebrity: singing shots  2shots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TALKING TO CAMERA 5 shots of five talent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DRONE SHOT, plant shot, girl talking to the camera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Flag shot, resting over bed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SELLING THE air, a person fighting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Jeep, RAVAN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3" name="Google Shape;48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3" name="Google Shape;52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3" name="Google Shape;58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3" name="Google Shape;60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3" name="Google Shape;62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3" name="Google Shape;64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3" name="Google Shape;66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3" name="Google Shape;68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3" name="Google Shape;70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3" name="Google Shape;723;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3" name="Google Shape;74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3" name="Google Shape;76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3" name="Google Shape;783;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3" name="Google Shape;80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Jasmeet balling shorts, audience reactions, grey room practice shot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4" name="Google Shape;824;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Bag falling shots, dealer, 5 characters from the series, build expert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4" name="Google Shape;844;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Flying in the air(noodles)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4" name="Google Shape;864;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Bell shot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4" name="Google Shape;884;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Pot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4" name="Google Shape;904;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Nail cutter</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4" name="Google Shape;924;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4" name="Google Shape;944;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4" name="Google Shape;964;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Build expert AI avatar</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4" name="Google Shape;984;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Shayari AI avatar</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4" name="Google Shape;1004;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Talking to camera</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4" name="Google Shape;1024;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Army troop shot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p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4" name="Google Shape;1044;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Head lamp and the guy is studying, scooter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4" name="Google Shape;1064;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Yashpal sharma playing with a kid</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4" name="Google Shape;1084;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4" name="Google Shape;1104;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4" name="Google Shape;1124;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8" name="Google Shape;1128;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8" name="Google Shape;1148;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2" name="Google Shape;1152;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p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2" name="Google Shape;1172;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2" name="Google Shape;1192;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2" name="Google Shape;1212;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p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6" name="Google Shape;1216;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Main lead character</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6" name="Google Shape;1236;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Standing in the kitchen</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6" name="Google Shape;1256;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Button press shot</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6" name="Google Shape;1276;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p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0" name="Google Shape;1280;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Main lead character shot</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0" name="Google Shape;1300;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Sunroof shot, yoga shot</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p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0" name="Google Shape;1320;p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p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4" name="Google Shape;1324;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Cooking rice</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p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4" name="Google Shape;1344;p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p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8" name="Google Shape;1348;p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8" name="Google Shape;1368;p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p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8" name="Google Shape;1388;p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p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8" name="Google Shape;1408;p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p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2" name="Google Shape;1412;p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2" name="Google Shape;1432;p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p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2" name="Google Shape;1452;p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p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2" name="Google Shape;1472;p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p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2" name="Google Shape;1492;p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p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2" name="Google Shape;1512;p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p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2" name="Google Shape;1532;p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p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2" name="Google Shape;1552;p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p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6" name="Google Shape;1556;p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p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6" name="Google Shape;1576;p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4" name="Shape 1594"/>
        <p:cNvGrpSpPr/>
        <p:nvPr/>
      </p:nvGrpSpPr>
      <p:grpSpPr>
        <a:xfrm>
          <a:off x="0" y="0"/>
          <a:ext cx="0" cy="0"/>
          <a:chOff x="0" y="0"/>
          <a:chExt cx="0" cy="0"/>
        </a:xfrm>
      </p:grpSpPr>
      <p:sp>
        <p:nvSpPr>
          <p:cNvPr id="1595" name="Google Shape;1595;p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6" name="Google Shape;1596;p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p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6" name="Google Shape;1616;p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4" name="Shape 1634"/>
        <p:cNvGrpSpPr/>
        <p:nvPr/>
      </p:nvGrpSpPr>
      <p:grpSpPr>
        <a:xfrm>
          <a:off x="0" y="0"/>
          <a:ext cx="0" cy="0"/>
          <a:chOff x="0" y="0"/>
          <a:chExt cx="0" cy="0"/>
        </a:xfrm>
      </p:grpSpPr>
      <p:sp>
        <p:nvSpPr>
          <p:cNvPr id="1635" name="Google Shape;1635;p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6" name="Google Shape;1636;p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6" name="Google Shape;1656;p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8" name="Shape 1658"/>
        <p:cNvGrpSpPr/>
        <p:nvPr/>
      </p:nvGrpSpPr>
      <p:grpSpPr>
        <a:xfrm>
          <a:off x="0" y="0"/>
          <a:ext cx="0" cy="0"/>
          <a:chOff x="0" y="0"/>
          <a:chExt cx="0" cy="0"/>
        </a:xfrm>
      </p:grpSpPr>
      <p:sp>
        <p:nvSpPr>
          <p:cNvPr id="1659" name="Google Shape;1659;p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0" name="Google Shape;1660;p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8" name="Shape 1678"/>
        <p:cNvGrpSpPr/>
        <p:nvPr/>
      </p:nvGrpSpPr>
      <p:grpSpPr>
        <a:xfrm>
          <a:off x="0" y="0"/>
          <a:ext cx="0" cy="0"/>
          <a:chOff x="0" y="0"/>
          <a:chExt cx="0" cy="0"/>
        </a:xfrm>
      </p:grpSpPr>
      <p:sp>
        <p:nvSpPr>
          <p:cNvPr id="1679" name="Google Shape;1679;p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0" name="Google Shape;1680;p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p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4" name="Google Shape;1684;p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p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4" name="Google Shape;1704;p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6" name="Shape 1706"/>
        <p:cNvGrpSpPr/>
        <p:nvPr/>
      </p:nvGrpSpPr>
      <p:grpSpPr>
        <a:xfrm>
          <a:off x="0" y="0"/>
          <a:ext cx="0" cy="0"/>
          <a:chOff x="0" y="0"/>
          <a:chExt cx="0" cy="0"/>
        </a:xfrm>
      </p:grpSpPr>
      <p:sp>
        <p:nvSpPr>
          <p:cNvPr id="1707" name="Google Shape;1707;p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8" name="Google Shape;1708;p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7" name="Shape 1727"/>
        <p:cNvGrpSpPr/>
        <p:nvPr/>
      </p:nvGrpSpPr>
      <p:grpSpPr>
        <a:xfrm>
          <a:off x="0" y="0"/>
          <a:ext cx="0" cy="0"/>
          <a:chOff x="0" y="0"/>
          <a:chExt cx="0" cy="0"/>
        </a:xfrm>
      </p:grpSpPr>
      <p:sp>
        <p:nvSpPr>
          <p:cNvPr id="1728" name="Google Shape;1728;p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9" name="Google Shape;1729;p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3" name="Google Shape;1733;p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1" name="Shape 1751"/>
        <p:cNvGrpSpPr/>
        <p:nvPr/>
      </p:nvGrpSpPr>
      <p:grpSpPr>
        <a:xfrm>
          <a:off x="0" y="0"/>
          <a:ext cx="0" cy="0"/>
          <a:chOff x="0" y="0"/>
          <a:chExt cx="0" cy="0"/>
        </a:xfrm>
      </p:grpSpPr>
      <p:sp>
        <p:nvSpPr>
          <p:cNvPr id="1752" name="Google Shape;1752;p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3" name="Google Shape;1753;p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p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7" name="Google Shape;1757;p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5" name="Shape 1775"/>
        <p:cNvGrpSpPr/>
        <p:nvPr/>
      </p:nvGrpSpPr>
      <p:grpSpPr>
        <a:xfrm>
          <a:off x="0" y="0"/>
          <a:ext cx="0" cy="0"/>
          <a:chOff x="0" y="0"/>
          <a:chExt cx="0" cy="0"/>
        </a:xfrm>
      </p:grpSpPr>
      <p:sp>
        <p:nvSpPr>
          <p:cNvPr id="1776" name="Google Shape;1776;p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7" name="Google Shape;1777;p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p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1" name="Google Shape;1781;p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9" name="Shape 1799"/>
        <p:cNvGrpSpPr/>
        <p:nvPr/>
      </p:nvGrpSpPr>
      <p:grpSpPr>
        <a:xfrm>
          <a:off x="0" y="0"/>
          <a:ext cx="0" cy="0"/>
          <a:chOff x="0" y="0"/>
          <a:chExt cx="0" cy="0"/>
        </a:xfrm>
      </p:grpSpPr>
      <p:sp>
        <p:nvSpPr>
          <p:cNvPr id="1800" name="Google Shape;1800;p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1" name="Google Shape;1801;p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p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5" name="Google Shape;1805;p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p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5" name="Google Shape;1825;p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7" name="Shape 1827"/>
        <p:cNvGrpSpPr/>
        <p:nvPr/>
      </p:nvGrpSpPr>
      <p:grpSpPr>
        <a:xfrm>
          <a:off x="0" y="0"/>
          <a:ext cx="0" cy="0"/>
          <a:chOff x="0" y="0"/>
          <a:chExt cx="0" cy="0"/>
        </a:xfrm>
      </p:grpSpPr>
      <p:sp>
        <p:nvSpPr>
          <p:cNvPr id="1828" name="Google Shape;1828;p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9" name="Google Shape;1829;p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p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9" name="Google Shape;1849;p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1" name="Shape 1851"/>
        <p:cNvGrpSpPr/>
        <p:nvPr/>
      </p:nvGrpSpPr>
      <p:grpSpPr>
        <a:xfrm>
          <a:off x="0" y="0"/>
          <a:ext cx="0" cy="0"/>
          <a:chOff x="0" y="0"/>
          <a:chExt cx="0" cy="0"/>
        </a:xfrm>
      </p:grpSpPr>
      <p:sp>
        <p:nvSpPr>
          <p:cNvPr id="1852" name="Google Shape;1852;p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3" name="Google Shape;1853;p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1" name="Shape 1871"/>
        <p:cNvGrpSpPr/>
        <p:nvPr/>
      </p:nvGrpSpPr>
      <p:grpSpPr>
        <a:xfrm>
          <a:off x="0" y="0"/>
          <a:ext cx="0" cy="0"/>
          <a:chOff x="0" y="0"/>
          <a:chExt cx="0" cy="0"/>
        </a:xfrm>
      </p:grpSpPr>
      <p:sp>
        <p:nvSpPr>
          <p:cNvPr id="1872" name="Google Shape;1872;p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3" name="Google Shape;1873;p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p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7" name="Google Shape;1877;p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5" name="Shape 1895"/>
        <p:cNvGrpSpPr/>
        <p:nvPr/>
      </p:nvGrpSpPr>
      <p:grpSpPr>
        <a:xfrm>
          <a:off x="0" y="0"/>
          <a:ext cx="0" cy="0"/>
          <a:chOff x="0" y="0"/>
          <a:chExt cx="0" cy="0"/>
        </a:xfrm>
      </p:grpSpPr>
      <p:sp>
        <p:nvSpPr>
          <p:cNvPr id="1896" name="Google Shape;1896;p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7" name="Google Shape;1897;p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p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1" name="Google Shape;1901;p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p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1" name="Google Shape;1921;p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3" name="Shape 1923"/>
        <p:cNvGrpSpPr/>
        <p:nvPr/>
      </p:nvGrpSpPr>
      <p:grpSpPr>
        <a:xfrm>
          <a:off x="0" y="0"/>
          <a:ext cx="0" cy="0"/>
          <a:chOff x="0" y="0"/>
          <a:chExt cx="0" cy="0"/>
        </a:xfrm>
      </p:grpSpPr>
      <p:sp>
        <p:nvSpPr>
          <p:cNvPr id="1924" name="Google Shape;1924;p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5" name="Google Shape;1925;p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13" name="Shape 13"/>
        <p:cNvGrpSpPr/>
        <p:nvPr/>
      </p:nvGrpSpPr>
      <p:grpSpPr>
        <a:xfrm>
          <a:off x="0" y="0"/>
          <a:ext cx="0" cy="0"/>
          <a:chOff x="0" y="0"/>
          <a:chExt cx="0" cy="0"/>
        </a:xfrm>
      </p:grpSpPr>
      <p:sp>
        <p:nvSpPr>
          <p:cNvPr id="14" name="Google Shape;14;p2"/>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Inter"/>
              <a:ea typeface="Inter"/>
              <a:cs typeface="Inter"/>
              <a:sym typeface="Inter"/>
            </a:endParaRPr>
          </a:p>
        </p:txBody>
      </p:sp>
      <p:sp>
        <p:nvSpPr>
          <p:cNvPr id="15" name="Google Shape;15;p2"/>
          <p:cNvSpPr txBox="1"/>
          <p:nvPr>
            <p:ph type="title"/>
          </p:nvPr>
        </p:nvSpPr>
        <p:spPr>
          <a:xfrm>
            <a:off x="283850" y="224410"/>
            <a:ext cx="6683700" cy="1236900"/>
          </a:xfrm>
          <a:prstGeom prst="rect">
            <a:avLst/>
          </a:prstGeom>
          <a:noFill/>
          <a:ln>
            <a:noFill/>
          </a:ln>
        </p:spPr>
        <p:txBody>
          <a:bodyPr anchorCtr="0" anchor="t" bIns="91425" lIns="0" spcFirstLastPara="1" rIns="91425" wrap="square" tIns="91425">
            <a:noAutofit/>
          </a:bodyPr>
          <a:lstStyle>
            <a:lvl1pPr lvl="0" algn="l">
              <a:lnSpc>
                <a:spcPct val="70000"/>
              </a:lnSpc>
              <a:spcBef>
                <a:spcPts val="0"/>
              </a:spcBef>
              <a:spcAft>
                <a:spcPts val="0"/>
              </a:spcAft>
              <a:buSzPts val="6000"/>
              <a:buNone/>
              <a:defRPr sz="6000"/>
            </a:lvl1pPr>
            <a:lvl2pPr lvl="1" algn="l">
              <a:lnSpc>
                <a:spcPct val="70000"/>
              </a:lnSpc>
              <a:spcBef>
                <a:spcPts val="0"/>
              </a:spcBef>
              <a:spcAft>
                <a:spcPts val="0"/>
              </a:spcAft>
              <a:buSzPts val="6000"/>
              <a:buNone/>
              <a:defRPr sz="6000"/>
            </a:lvl2pPr>
            <a:lvl3pPr lvl="2" algn="l">
              <a:lnSpc>
                <a:spcPct val="70000"/>
              </a:lnSpc>
              <a:spcBef>
                <a:spcPts val="0"/>
              </a:spcBef>
              <a:spcAft>
                <a:spcPts val="0"/>
              </a:spcAft>
              <a:buSzPts val="6000"/>
              <a:buNone/>
              <a:defRPr sz="6000"/>
            </a:lvl3pPr>
            <a:lvl4pPr lvl="3" algn="l">
              <a:lnSpc>
                <a:spcPct val="70000"/>
              </a:lnSpc>
              <a:spcBef>
                <a:spcPts val="0"/>
              </a:spcBef>
              <a:spcAft>
                <a:spcPts val="0"/>
              </a:spcAft>
              <a:buSzPts val="6000"/>
              <a:buNone/>
              <a:defRPr sz="6000"/>
            </a:lvl4pPr>
            <a:lvl5pPr lvl="4" algn="l">
              <a:lnSpc>
                <a:spcPct val="70000"/>
              </a:lnSpc>
              <a:spcBef>
                <a:spcPts val="0"/>
              </a:spcBef>
              <a:spcAft>
                <a:spcPts val="0"/>
              </a:spcAft>
              <a:buSzPts val="6000"/>
              <a:buNone/>
              <a:defRPr sz="6000"/>
            </a:lvl5pPr>
            <a:lvl6pPr lvl="5" algn="l">
              <a:lnSpc>
                <a:spcPct val="70000"/>
              </a:lnSpc>
              <a:spcBef>
                <a:spcPts val="0"/>
              </a:spcBef>
              <a:spcAft>
                <a:spcPts val="0"/>
              </a:spcAft>
              <a:buSzPts val="6000"/>
              <a:buNone/>
              <a:defRPr sz="6000"/>
            </a:lvl6pPr>
            <a:lvl7pPr lvl="6" algn="l">
              <a:lnSpc>
                <a:spcPct val="70000"/>
              </a:lnSpc>
              <a:spcBef>
                <a:spcPts val="0"/>
              </a:spcBef>
              <a:spcAft>
                <a:spcPts val="0"/>
              </a:spcAft>
              <a:buSzPts val="6000"/>
              <a:buNone/>
              <a:defRPr sz="6000"/>
            </a:lvl7pPr>
            <a:lvl8pPr lvl="7" algn="l">
              <a:lnSpc>
                <a:spcPct val="70000"/>
              </a:lnSpc>
              <a:spcBef>
                <a:spcPts val="0"/>
              </a:spcBef>
              <a:spcAft>
                <a:spcPts val="0"/>
              </a:spcAft>
              <a:buSzPts val="6000"/>
              <a:buNone/>
              <a:defRPr sz="6000"/>
            </a:lvl8pPr>
            <a:lvl9pPr lvl="8" algn="l">
              <a:lnSpc>
                <a:spcPct val="70000"/>
              </a:lnSpc>
              <a:spcBef>
                <a:spcPts val="0"/>
              </a:spcBef>
              <a:spcAft>
                <a:spcPts val="0"/>
              </a:spcAft>
              <a:buSzPts val="6000"/>
              <a:buNone/>
              <a:defRPr sz="6000"/>
            </a:lvl9pPr>
          </a:lstStyle>
          <a:p/>
        </p:txBody>
      </p:sp>
      <p:sp>
        <p:nvSpPr>
          <p:cNvPr id="16" name="Google Shape;16;p2"/>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2"/>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 name="Google Shape;18;p2"/>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 name="Google Shape;19;p2"/>
          <p:cNvSpPr txBox="1"/>
          <p:nvPr>
            <p:ph idx="4" type="title"/>
          </p:nvPr>
        </p:nvSpPr>
        <p:spPr>
          <a:xfrm>
            <a:off x="288625" y="4778975"/>
            <a:ext cx="4227300" cy="762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600"/>
              <a:buFont typeface="Inter"/>
              <a:buNone/>
              <a:defRPr sz="600"/>
            </a:lvl1pPr>
            <a:lvl2pPr lvl="1" algn="l">
              <a:lnSpc>
                <a:spcPct val="115000"/>
              </a:lnSpc>
              <a:spcBef>
                <a:spcPts val="0"/>
              </a:spcBef>
              <a:spcAft>
                <a:spcPts val="0"/>
              </a:spcAft>
              <a:buClr>
                <a:schemeClr val="lt1"/>
              </a:buClr>
              <a:buSzPts val="1400"/>
              <a:buNone/>
              <a:defRPr/>
            </a:lvl2pPr>
            <a:lvl3pPr lvl="2" algn="l">
              <a:lnSpc>
                <a:spcPct val="115000"/>
              </a:lnSpc>
              <a:spcBef>
                <a:spcPts val="0"/>
              </a:spcBef>
              <a:spcAft>
                <a:spcPts val="0"/>
              </a:spcAft>
              <a:buClr>
                <a:schemeClr val="lt1"/>
              </a:buClr>
              <a:buSzPts val="1400"/>
              <a:buNone/>
              <a:defRPr/>
            </a:lvl3pPr>
            <a:lvl4pPr lvl="3" algn="l">
              <a:lnSpc>
                <a:spcPct val="115000"/>
              </a:lnSpc>
              <a:spcBef>
                <a:spcPts val="0"/>
              </a:spcBef>
              <a:spcAft>
                <a:spcPts val="0"/>
              </a:spcAft>
              <a:buClr>
                <a:schemeClr val="lt1"/>
              </a:buClr>
              <a:buSzPts val="1400"/>
              <a:buNone/>
              <a:defRPr/>
            </a:lvl4pPr>
            <a:lvl5pPr lvl="4" algn="l">
              <a:lnSpc>
                <a:spcPct val="115000"/>
              </a:lnSpc>
              <a:spcBef>
                <a:spcPts val="0"/>
              </a:spcBef>
              <a:spcAft>
                <a:spcPts val="0"/>
              </a:spcAft>
              <a:buClr>
                <a:schemeClr val="lt1"/>
              </a:buClr>
              <a:buSzPts val="1400"/>
              <a:buNone/>
              <a:defRPr/>
            </a:lvl5pPr>
            <a:lvl6pPr lvl="5" algn="l">
              <a:lnSpc>
                <a:spcPct val="115000"/>
              </a:lnSpc>
              <a:spcBef>
                <a:spcPts val="0"/>
              </a:spcBef>
              <a:spcAft>
                <a:spcPts val="0"/>
              </a:spcAft>
              <a:buClr>
                <a:schemeClr val="lt1"/>
              </a:buClr>
              <a:buSzPts val="1400"/>
              <a:buNone/>
              <a:defRPr/>
            </a:lvl6pPr>
            <a:lvl7pPr lvl="6" algn="l">
              <a:lnSpc>
                <a:spcPct val="115000"/>
              </a:lnSpc>
              <a:spcBef>
                <a:spcPts val="0"/>
              </a:spcBef>
              <a:spcAft>
                <a:spcPts val="0"/>
              </a:spcAft>
              <a:buClr>
                <a:schemeClr val="lt1"/>
              </a:buClr>
              <a:buSzPts val="1400"/>
              <a:buNone/>
              <a:defRPr/>
            </a:lvl7pPr>
            <a:lvl8pPr lvl="7" algn="l">
              <a:lnSpc>
                <a:spcPct val="115000"/>
              </a:lnSpc>
              <a:spcBef>
                <a:spcPts val="0"/>
              </a:spcBef>
              <a:spcAft>
                <a:spcPts val="0"/>
              </a:spcAft>
              <a:buClr>
                <a:schemeClr val="lt1"/>
              </a:buClr>
              <a:buSzPts val="1400"/>
              <a:buNone/>
              <a:defRPr/>
            </a:lvl8pPr>
            <a:lvl9pPr lvl="8" algn="l">
              <a:lnSpc>
                <a:spcPct val="115000"/>
              </a:lnSpc>
              <a:spcBef>
                <a:spcPts val="0"/>
              </a:spcBef>
              <a:spcAft>
                <a:spcPts val="0"/>
              </a:spcAft>
              <a:buClr>
                <a:schemeClr val="lt1"/>
              </a:buClr>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20" name="Shape 20"/>
        <p:cNvGrpSpPr/>
        <p:nvPr/>
      </p:nvGrpSpPr>
      <p:grpSpPr>
        <a:xfrm>
          <a:off x="0" y="0"/>
          <a:ext cx="0" cy="0"/>
          <a:chOff x="0" y="0"/>
          <a:chExt cx="0" cy="0"/>
        </a:xfrm>
      </p:grpSpPr>
      <p:sp>
        <p:nvSpPr>
          <p:cNvPr id="21" name="Google Shape;21;p3"/>
          <p:cNvSpPr txBox="1"/>
          <p:nvPr>
            <p:ph type="title"/>
          </p:nvPr>
        </p:nvSpPr>
        <p:spPr>
          <a:xfrm>
            <a:off x="283850" y="474875"/>
            <a:ext cx="2773200" cy="1585200"/>
          </a:xfrm>
          <a:prstGeom prst="rect">
            <a:avLst/>
          </a:prstGeom>
          <a:noFill/>
          <a:ln>
            <a:noFill/>
          </a:ln>
        </p:spPr>
        <p:txBody>
          <a:bodyPr anchorCtr="0" anchor="t" bIns="0" lIns="0" spcFirstLastPara="1" rIns="0" wrap="square" tIns="91425">
            <a:normAutofit/>
          </a:bodyPr>
          <a:lstStyle>
            <a:lvl1pPr lvl="0" algn="l">
              <a:lnSpc>
                <a:spcPct val="70000"/>
              </a:lnSpc>
              <a:spcBef>
                <a:spcPts val="0"/>
              </a:spcBef>
              <a:spcAft>
                <a:spcPts val="0"/>
              </a:spcAft>
              <a:buSzPts val="6000"/>
              <a:buNone/>
              <a:defRPr sz="6000"/>
            </a:lvl1pPr>
            <a:lvl2pPr lvl="1" algn="l">
              <a:lnSpc>
                <a:spcPct val="70000"/>
              </a:lnSpc>
              <a:spcBef>
                <a:spcPts val="0"/>
              </a:spcBef>
              <a:spcAft>
                <a:spcPts val="0"/>
              </a:spcAft>
              <a:buSzPts val="6000"/>
              <a:buNone/>
              <a:defRPr sz="6000"/>
            </a:lvl2pPr>
            <a:lvl3pPr lvl="2" algn="l">
              <a:lnSpc>
                <a:spcPct val="70000"/>
              </a:lnSpc>
              <a:spcBef>
                <a:spcPts val="0"/>
              </a:spcBef>
              <a:spcAft>
                <a:spcPts val="0"/>
              </a:spcAft>
              <a:buSzPts val="6000"/>
              <a:buNone/>
              <a:defRPr sz="6000"/>
            </a:lvl3pPr>
            <a:lvl4pPr lvl="3" algn="l">
              <a:lnSpc>
                <a:spcPct val="70000"/>
              </a:lnSpc>
              <a:spcBef>
                <a:spcPts val="0"/>
              </a:spcBef>
              <a:spcAft>
                <a:spcPts val="0"/>
              </a:spcAft>
              <a:buSzPts val="6000"/>
              <a:buNone/>
              <a:defRPr sz="6000"/>
            </a:lvl4pPr>
            <a:lvl5pPr lvl="4" algn="l">
              <a:lnSpc>
                <a:spcPct val="70000"/>
              </a:lnSpc>
              <a:spcBef>
                <a:spcPts val="0"/>
              </a:spcBef>
              <a:spcAft>
                <a:spcPts val="0"/>
              </a:spcAft>
              <a:buSzPts val="6000"/>
              <a:buNone/>
              <a:defRPr sz="6000"/>
            </a:lvl5pPr>
            <a:lvl6pPr lvl="5" algn="l">
              <a:lnSpc>
                <a:spcPct val="70000"/>
              </a:lnSpc>
              <a:spcBef>
                <a:spcPts val="0"/>
              </a:spcBef>
              <a:spcAft>
                <a:spcPts val="0"/>
              </a:spcAft>
              <a:buSzPts val="6000"/>
              <a:buNone/>
              <a:defRPr sz="6000"/>
            </a:lvl6pPr>
            <a:lvl7pPr lvl="6" algn="l">
              <a:lnSpc>
                <a:spcPct val="70000"/>
              </a:lnSpc>
              <a:spcBef>
                <a:spcPts val="0"/>
              </a:spcBef>
              <a:spcAft>
                <a:spcPts val="0"/>
              </a:spcAft>
              <a:buSzPts val="6000"/>
              <a:buNone/>
              <a:defRPr sz="6000"/>
            </a:lvl7pPr>
            <a:lvl8pPr lvl="7" algn="l">
              <a:lnSpc>
                <a:spcPct val="70000"/>
              </a:lnSpc>
              <a:spcBef>
                <a:spcPts val="0"/>
              </a:spcBef>
              <a:spcAft>
                <a:spcPts val="0"/>
              </a:spcAft>
              <a:buSzPts val="6000"/>
              <a:buNone/>
              <a:defRPr sz="6000"/>
            </a:lvl8pPr>
            <a:lvl9pPr lvl="8" algn="l">
              <a:lnSpc>
                <a:spcPct val="70000"/>
              </a:lnSpc>
              <a:spcBef>
                <a:spcPts val="0"/>
              </a:spcBef>
              <a:spcAft>
                <a:spcPts val="0"/>
              </a:spcAft>
              <a:buSzPts val="6000"/>
              <a:buNone/>
              <a:defRPr sz="6000"/>
            </a:lvl9pPr>
          </a:lstStyle>
          <a:p/>
        </p:txBody>
      </p:sp>
      <p:sp>
        <p:nvSpPr>
          <p:cNvPr id="22" name="Google Shape;22;p3"/>
          <p:cNvSpPr txBox="1"/>
          <p:nvPr>
            <p:ph idx="1" type="subTitle"/>
          </p:nvPr>
        </p:nvSpPr>
        <p:spPr>
          <a:xfrm>
            <a:off x="284850" y="3602000"/>
            <a:ext cx="2773200" cy="80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lt1"/>
              </a:buClr>
              <a:buSzPts val="1200"/>
              <a:buFont typeface="Inter"/>
              <a:buNone/>
              <a:defRPr sz="1200"/>
            </a:lvl1pPr>
            <a:lvl2pPr lvl="1" algn="l">
              <a:lnSpc>
                <a:spcPct val="115000"/>
              </a:lnSpc>
              <a:spcBef>
                <a:spcPts val="0"/>
              </a:spcBef>
              <a:spcAft>
                <a:spcPts val="0"/>
              </a:spcAft>
              <a:buClr>
                <a:schemeClr val="lt1"/>
              </a:buClr>
              <a:buSzPts val="1200"/>
              <a:buFont typeface="Inter"/>
              <a:buNone/>
              <a:defRPr sz="1200">
                <a:latin typeface="Inter"/>
                <a:ea typeface="Inter"/>
                <a:cs typeface="Inter"/>
                <a:sym typeface="Inter"/>
              </a:defRPr>
            </a:lvl2pPr>
            <a:lvl3pPr lvl="2" algn="l">
              <a:lnSpc>
                <a:spcPct val="115000"/>
              </a:lnSpc>
              <a:spcBef>
                <a:spcPts val="0"/>
              </a:spcBef>
              <a:spcAft>
                <a:spcPts val="0"/>
              </a:spcAft>
              <a:buClr>
                <a:schemeClr val="lt1"/>
              </a:buClr>
              <a:buSzPts val="1200"/>
              <a:buFont typeface="Inter"/>
              <a:buNone/>
              <a:defRPr sz="1200">
                <a:latin typeface="Inter"/>
                <a:ea typeface="Inter"/>
                <a:cs typeface="Inter"/>
                <a:sym typeface="Inter"/>
              </a:defRPr>
            </a:lvl3pPr>
            <a:lvl4pPr lvl="3" algn="l">
              <a:lnSpc>
                <a:spcPct val="115000"/>
              </a:lnSpc>
              <a:spcBef>
                <a:spcPts val="0"/>
              </a:spcBef>
              <a:spcAft>
                <a:spcPts val="0"/>
              </a:spcAft>
              <a:buClr>
                <a:schemeClr val="lt1"/>
              </a:buClr>
              <a:buSzPts val="1200"/>
              <a:buFont typeface="Inter"/>
              <a:buNone/>
              <a:defRPr sz="1200">
                <a:latin typeface="Inter"/>
                <a:ea typeface="Inter"/>
                <a:cs typeface="Inter"/>
                <a:sym typeface="Inter"/>
              </a:defRPr>
            </a:lvl4pPr>
            <a:lvl5pPr lvl="4" algn="l">
              <a:lnSpc>
                <a:spcPct val="115000"/>
              </a:lnSpc>
              <a:spcBef>
                <a:spcPts val="0"/>
              </a:spcBef>
              <a:spcAft>
                <a:spcPts val="0"/>
              </a:spcAft>
              <a:buClr>
                <a:schemeClr val="lt1"/>
              </a:buClr>
              <a:buSzPts val="1200"/>
              <a:buFont typeface="Inter"/>
              <a:buNone/>
              <a:defRPr sz="1200">
                <a:latin typeface="Inter"/>
                <a:ea typeface="Inter"/>
                <a:cs typeface="Inter"/>
                <a:sym typeface="Inter"/>
              </a:defRPr>
            </a:lvl5pPr>
            <a:lvl6pPr lvl="5" algn="l">
              <a:lnSpc>
                <a:spcPct val="115000"/>
              </a:lnSpc>
              <a:spcBef>
                <a:spcPts val="0"/>
              </a:spcBef>
              <a:spcAft>
                <a:spcPts val="0"/>
              </a:spcAft>
              <a:buClr>
                <a:schemeClr val="lt1"/>
              </a:buClr>
              <a:buSzPts val="1200"/>
              <a:buFont typeface="Inter"/>
              <a:buNone/>
              <a:defRPr sz="1200">
                <a:latin typeface="Inter"/>
                <a:ea typeface="Inter"/>
                <a:cs typeface="Inter"/>
                <a:sym typeface="Inter"/>
              </a:defRPr>
            </a:lvl6pPr>
            <a:lvl7pPr lvl="6" algn="l">
              <a:lnSpc>
                <a:spcPct val="115000"/>
              </a:lnSpc>
              <a:spcBef>
                <a:spcPts val="0"/>
              </a:spcBef>
              <a:spcAft>
                <a:spcPts val="0"/>
              </a:spcAft>
              <a:buClr>
                <a:schemeClr val="lt1"/>
              </a:buClr>
              <a:buSzPts val="1200"/>
              <a:buFont typeface="Inter"/>
              <a:buNone/>
              <a:defRPr sz="1200">
                <a:latin typeface="Inter"/>
                <a:ea typeface="Inter"/>
                <a:cs typeface="Inter"/>
                <a:sym typeface="Inter"/>
              </a:defRPr>
            </a:lvl7pPr>
            <a:lvl8pPr lvl="7" algn="l">
              <a:lnSpc>
                <a:spcPct val="115000"/>
              </a:lnSpc>
              <a:spcBef>
                <a:spcPts val="0"/>
              </a:spcBef>
              <a:spcAft>
                <a:spcPts val="0"/>
              </a:spcAft>
              <a:buClr>
                <a:schemeClr val="lt1"/>
              </a:buClr>
              <a:buSzPts val="1200"/>
              <a:buFont typeface="Inter"/>
              <a:buNone/>
              <a:defRPr sz="1200">
                <a:latin typeface="Inter"/>
                <a:ea typeface="Inter"/>
                <a:cs typeface="Inter"/>
                <a:sym typeface="Inter"/>
              </a:defRPr>
            </a:lvl8pPr>
            <a:lvl9pPr lvl="8" algn="l">
              <a:lnSpc>
                <a:spcPct val="115000"/>
              </a:lnSpc>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23" name="Google Shape;23;p3"/>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3"/>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5" name="Google Shape;25;p3"/>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6" name="Google Shape;26;p3"/>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27" name="Shape 27"/>
        <p:cNvGrpSpPr/>
        <p:nvPr/>
      </p:nvGrpSpPr>
      <p:grpSpPr>
        <a:xfrm>
          <a:off x="0" y="0"/>
          <a:ext cx="0" cy="0"/>
          <a:chOff x="0" y="0"/>
          <a:chExt cx="0" cy="0"/>
        </a:xfrm>
      </p:grpSpPr>
      <p:cxnSp>
        <p:nvCxnSpPr>
          <p:cNvPr id="28" name="Google Shape;28;p4"/>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29" name="Google Shape;29;p4"/>
          <p:cNvSpPr txBox="1"/>
          <p:nvPr>
            <p:ph type="title"/>
          </p:nvPr>
        </p:nvSpPr>
        <p:spPr>
          <a:xfrm>
            <a:off x="283850" y="230676"/>
            <a:ext cx="6683700" cy="1236900"/>
          </a:xfrm>
          <a:prstGeom prst="rect">
            <a:avLst/>
          </a:prstGeom>
          <a:noFill/>
          <a:ln>
            <a:noFill/>
          </a:ln>
        </p:spPr>
        <p:txBody>
          <a:bodyPr anchorCtr="0" anchor="t" bIns="91425" lIns="0" spcFirstLastPara="1" rIns="91425" wrap="square" tIns="91425">
            <a:noAutofit/>
          </a:bodyPr>
          <a:lstStyle>
            <a:lvl1pPr lvl="0" algn="l">
              <a:lnSpc>
                <a:spcPct val="70000"/>
              </a:lnSpc>
              <a:spcBef>
                <a:spcPts val="0"/>
              </a:spcBef>
              <a:spcAft>
                <a:spcPts val="0"/>
              </a:spcAft>
              <a:buSzPts val="6000"/>
              <a:buNone/>
              <a:defRPr sz="6000">
                <a:solidFill>
                  <a:schemeClr val="dk1"/>
                </a:solidFill>
              </a:defRPr>
            </a:lvl1pPr>
            <a:lvl2pPr lvl="1" algn="l">
              <a:lnSpc>
                <a:spcPct val="70000"/>
              </a:lnSpc>
              <a:spcBef>
                <a:spcPts val="0"/>
              </a:spcBef>
              <a:spcAft>
                <a:spcPts val="0"/>
              </a:spcAft>
              <a:buSzPts val="6000"/>
              <a:buNone/>
              <a:defRPr sz="6000">
                <a:solidFill>
                  <a:schemeClr val="dk1"/>
                </a:solidFill>
              </a:defRPr>
            </a:lvl2pPr>
            <a:lvl3pPr lvl="2" algn="l">
              <a:lnSpc>
                <a:spcPct val="70000"/>
              </a:lnSpc>
              <a:spcBef>
                <a:spcPts val="0"/>
              </a:spcBef>
              <a:spcAft>
                <a:spcPts val="0"/>
              </a:spcAft>
              <a:buSzPts val="6000"/>
              <a:buNone/>
              <a:defRPr sz="6000">
                <a:solidFill>
                  <a:schemeClr val="dk1"/>
                </a:solidFill>
              </a:defRPr>
            </a:lvl3pPr>
            <a:lvl4pPr lvl="3" algn="l">
              <a:lnSpc>
                <a:spcPct val="70000"/>
              </a:lnSpc>
              <a:spcBef>
                <a:spcPts val="0"/>
              </a:spcBef>
              <a:spcAft>
                <a:spcPts val="0"/>
              </a:spcAft>
              <a:buSzPts val="6000"/>
              <a:buNone/>
              <a:defRPr sz="6000">
                <a:solidFill>
                  <a:schemeClr val="dk1"/>
                </a:solidFill>
              </a:defRPr>
            </a:lvl4pPr>
            <a:lvl5pPr lvl="4" algn="l">
              <a:lnSpc>
                <a:spcPct val="70000"/>
              </a:lnSpc>
              <a:spcBef>
                <a:spcPts val="0"/>
              </a:spcBef>
              <a:spcAft>
                <a:spcPts val="0"/>
              </a:spcAft>
              <a:buSzPts val="6000"/>
              <a:buNone/>
              <a:defRPr sz="6000">
                <a:solidFill>
                  <a:schemeClr val="dk1"/>
                </a:solidFill>
              </a:defRPr>
            </a:lvl5pPr>
            <a:lvl6pPr lvl="5" algn="l">
              <a:lnSpc>
                <a:spcPct val="70000"/>
              </a:lnSpc>
              <a:spcBef>
                <a:spcPts val="0"/>
              </a:spcBef>
              <a:spcAft>
                <a:spcPts val="0"/>
              </a:spcAft>
              <a:buSzPts val="6000"/>
              <a:buNone/>
              <a:defRPr sz="6000">
                <a:solidFill>
                  <a:schemeClr val="dk1"/>
                </a:solidFill>
              </a:defRPr>
            </a:lvl6pPr>
            <a:lvl7pPr lvl="6" algn="l">
              <a:lnSpc>
                <a:spcPct val="70000"/>
              </a:lnSpc>
              <a:spcBef>
                <a:spcPts val="0"/>
              </a:spcBef>
              <a:spcAft>
                <a:spcPts val="0"/>
              </a:spcAft>
              <a:buSzPts val="6000"/>
              <a:buNone/>
              <a:defRPr sz="6000">
                <a:solidFill>
                  <a:schemeClr val="dk1"/>
                </a:solidFill>
              </a:defRPr>
            </a:lvl7pPr>
            <a:lvl8pPr lvl="7" algn="l">
              <a:lnSpc>
                <a:spcPct val="70000"/>
              </a:lnSpc>
              <a:spcBef>
                <a:spcPts val="0"/>
              </a:spcBef>
              <a:spcAft>
                <a:spcPts val="0"/>
              </a:spcAft>
              <a:buSzPts val="6000"/>
              <a:buNone/>
              <a:defRPr sz="6000">
                <a:solidFill>
                  <a:schemeClr val="dk1"/>
                </a:solidFill>
              </a:defRPr>
            </a:lvl8pPr>
            <a:lvl9pPr lvl="8" algn="l">
              <a:lnSpc>
                <a:spcPct val="70000"/>
              </a:lnSpc>
              <a:spcBef>
                <a:spcPts val="0"/>
              </a:spcBef>
              <a:spcAft>
                <a:spcPts val="0"/>
              </a:spcAft>
              <a:buSzPts val="6000"/>
              <a:buNone/>
              <a:defRPr sz="6000">
                <a:solidFill>
                  <a:schemeClr val="dk1"/>
                </a:solidFill>
              </a:defRPr>
            </a:lvl9pPr>
          </a:lstStyle>
          <a:p/>
        </p:txBody>
      </p:sp>
      <p:sp>
        <p:nvSpPr>
          <p:cNvPr id="30" name="Google Shape;30;p4"/>
          <p:cNvSpPr txBox="1"/>
          <p:nvPr>
            <p:ph idx="1" type="subTitle"/>
          </p:nvPr>
        </p:nvSpPr>
        <p:spPr>
          <a:xfrm>
            <a:off x="6214200" y="3602000"/>
            <a:ext cx="2386500" cy="80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lt1"/>
              </a:buClr>
              <a:buSzPts val="1200"/>
              <a:buFont typeface="Inter"/>
              <a:buNone/>
              <a:defRPr sz="1200"/>
            </a:lvl1pPr>
            <a:lvl2pPr lvl="1" algn="l">
              <a:lnSpc>
                <a:spcPct val="115000"/>
              </a:lnSpc>
              <a:spcBef>
                <a:spcPts val="0"/>
              </a:spcBef>
              <a:spcAft>
                <a:spcPts val="0"/>
              </a:spcAft>
              <a:buClr>
                <a:schemeClr val="lt1"/>
              </a:buClr>
              <a:buSzPts val="1200"/>
              <a:buFont typeface="Inter"/>
              <a:buNone/>
              <a:defRPr sz="1200">
                <a:latin typeface="Inter"/>
                <a:ea typeface="Inter"/>
                <a:cs typeface="Inter"/>
                <a:sym typeface="Inter"/>
              </a:defRPr>
            </a:lvl2pPr>
            <a:lvl3pPr lvl="2" algn="l">
              <a:lnSpc>
                <a:spcPct val="115000"/>
              </a:lnSpc>
              <a:spcBef>
                <a:spcPts val="0"/>
              </a:spcBef>
              <a:spcAft>
                <a:spcPts val="0"/>
              </a:spcAft>
              <a:buClr>
                <a:schemeClr val="lt1"/>
              </a:buClr>
              <a:buSzPts val="1200"/>
              <a:buFont typeface="Inter"/>
              <a:buNone/>
              <a:defRPr sz="1200">
                <a:latin typeface="Inter"/>
                <a:ea typeface="Inter"/>
                <a:cs typeface="Inter"/>
                <a:sym typeface="Inter"/>
              </a:defRPr>
            </a:lvl3pPr>
            <a:lvl4pPr lvl="3" algn="l">
              <a:lnSpc>
                <a:spcPct val="115000"/>
              </a:lnSpc>
              <a:spcBef>
                <a:spcPts val="0"/>
              </a:spcBef>
              <a:spcAft>
                <a:spcPts val="0"/>
              </a:spcAft>
              <a:buClr>
                <a:schemeClr val="lt1"/>
              </a:buClr>
              <a:buSzPts val="1200"/>
              <a:buFont typeface="Inter"/>
              <a:buNone/>
              <a:defRPr sz="1200">
                <a:latin typeface="Inter"/>
                <a:ea typeface="Inter"/>
                <a:cs typeface="Inter"/>
                <a:sym typeface="Inter"/>
              </a:defRPr>
            </a:lvl4pPr>
            <a:lvl5pPr lvl="4" algn="l">
              <a:lnSpc>
                <a:spcPct val="115000"/>
              </a:lnSpc>
              <a:spcBef>
                <a:spcPts val="0"/>
              </a:spcBef>
              <a:spcAft>
                <a:spcPts val="0"/>
              </a:spcAft>
              <a:buClr>
                <a:schemeClr val="lt1"/>
              </a:buClr>
              <a:buSzPts val="1200"/>
              <a:buFont typeface="Inter"/>
              <a:buNone/>
              <a:defRPr sz="1200">
                <a:latin typeface="Inter"/>
                <a:ea typeface="Inter"/>
                <a:cs typeface="Inter"/>
                <a:sym typeface="Inter"/>
              </a:defRPr>
            </a:lvl5pPr>
            <a:lvl6pPr lvl="5" algn="l">
              <a:lnSpc>
                <a:spcPct val="115000"/>
              </a:lnSpc>
              <a:spcBef>
                <a:spcPts val="0"/>
              </a:spcBef>
              <a:spcAft>
                <a:spcPts val="0"/>
              </a:spcAft>
              <a:buClr>
                <a:schemeClr val="lt1"/>
              </a:buClr>
              <a:buSzPts val="1200"/>
              <a:buFont typeface="Inter"/>
              <a:buNone/>
              <a:defRPr sz="1200">
                <a:latin typeface="Inter"/>
                <a:ea typeface="Inter"/>
                <a:cs typeface="Inter"/>
                <a:sym typeface="Inter"/>
              </a:defRPr>
            </a:lvl6pPr>
            <a:lvl7pPr lvl="6" algn="l">
              <a:lnSpc>
                <a:spcPct val="115000"/>
              </a:lnSpc>
              <a:spcBef>
                <a:spcPts val="0"/>
              </a:spcBef>
              <a:spcAft>
                <a:spcPts val="0"/>
              </a:spcAft>
              <a:buClr>
                <a:schemeClr val="lt1"/>
              </a:buClr>
              <a:buSzPts val="1200"/>
              <a:buFont typeface="Inter"/>
              <a:buNone/>
              <a:defRPr sz="1200">
                <a:latin typeface="Inter"/>
                <a:ea typeface="Inter"/>
                <a:cs typeface="Inter"/>
                <a:sym typeface="Inter"/>
              </a:defRPr>
            </a:lvl7pPr>
            <a:lvl8pPr lvl="7" algn="l">
              <a:lnSpc>
                <a:spcPct val="115000"/>
              </a:lnSpc>
              <a:spcBef>
                <a:spcPts val="0"/>
              </a:spcBef>
              <a:spcAft>
                <a:spcPts val="0"/>
              </a:spcAft>
              <a:buClr>
                <a:schemeClr val="lt1"/>
              </a:buClr>
              <a:buSzPts val="1200"/>
              <a:buFont typeface="Inter"/>
              <a:buNone/>
              <a:defRPr sz="1200">
                <a:latin typeface="Inter"/>
                <a:ea typeface="Inter"/>
                <a:cs typeface="Inter"/>
                <a:sym typeface="Inter"/>
              </a:defRPr>
            </a:lvl8pPr>
            <a:lvl9pPr lvl="8" algn="l">
              <a:lnSpc>
                <a:spcPct val="115000"/>
              </a:lnSpc>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1" name="Google Shape;31;p4"/>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4"/>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33" name="Google Shape;33;p4"/>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34" name="Google Shape;34;p4"/>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35" name="Shape 35"/>
        <p:cNvGrpSpPr/>
        <p:nvPr/>
      </p:nvGrpSpPr>
      <p:grpSpPr>
        <a:xfrm>
          <a:off x="0" y="0"/>
          <a:ext cx="0" cy="0"/>
          <a:chOff x="0" y="0"/>
          <a:chExt cx="0" cy="0"/>
        </a:xfrm>
      </p:grpSpPr>
      <p:sp>
        <p:nvSpPr>
          <p:cNvPr id="36" name="Google Shape;36;p5"/>
          <p:cNvSpPr txBox="1"/>
          <p:nvPr>
            <p:ph type="title"/>
          </p:nvPr>
        </p:nvSpPr>
        <p:spPr>
          <a:xfrm>
            <a:off x="284850" y="474875"/>
            <a:ext cx="4227300" cy="1154700"/>
          </a:xfrm>
          <a:prstGeom prst="rect">
            <a:avLst/>
          </a:prstGeom>
          <a:noFill/>
          <a:ln>
            <a:noFill/>
          </a:ln>
        </p:spPr>
        <p:txBody>
          <a:bodyPr anchorCtr="0" anchor="t" bIns="0" lIns="0" spcFirstLastPara="1" rIns="0" wrap="square" tIns="0">
            <a:noAutofit/>
          </a:bodyPr>
          <a:lstStyle>
            <a:lvl1pPr lvl="0" algn="l">
              <a:lnSpc>
                <a:spcPct val="70000"/>
              </a:lnSpc>
              <a:spcBef>
                <a:spcPts val="0"/>
              </a:spcBef>
              <a:spcAft>
                <a:spcPts val="0"/>
              </a:spcAft>
              <a:buSzPts val="6000"/>
              <a:buNone/>
              <a:defRPr sz="6000"/>
            </a:lvl1pPr>
            <a:lvl2pPr lvl="1" algn="l">
              <a:lnSpc>
                <a:spcPct val="70000"/>
              </a:lnSpc>
              <a:spcBef>
                <a:spcPts val="0"/>
              </a:spcBef>
              <a:spcAft>
                <a:spcPts val="0"/>
              </a:spcAft>
              <a:buSzPts val="6000"/>
              <a:buNone/>
              <a:defRPr sz="6000"/>
            </a:lvl2pPr>
            <a:lvl3pPr lvl="2" algn="l">
              <a:lnSpc>
                <a:spcPct val="70000"/>
              </a:lnSpc>
              <a:spcBef>
                <a:spcPts val="0"/>
              </a:spcBef>
              <a:spcAft>
                <a:spcPts val="0"/>
              </a:spcAft>
              <a:buSzPts val="6000"/>
              <a:buNone/>
              <a:defRPr sz="6000"/>
            </a:lvl3pPr>
            <a:lvl4pPr lvl="3" algn="l">
              <a:lnSpc>
                <a:spcPct val="70000"/>
              </a:lnSpc>
              <a:spcBef>
                <a:spcPts val="0"/>
              </a:spcBef>
              <a:spcAft>
                <a:spcPts val="0"/>
              </a:spcAft>
              <a:buSzPts val="6000"/>
              <a:buNone/>
              <a:defRPr sz="6000"/>
            </a:lvl4pPr>
            <a:lvl5pPr lvl="4" algn="l">
              <a:lnSpc>
                <a:spcPct val="70000"/>
              </a:lnSpc>
              <a:spcBef>
                <a:spcPts val="0"/>
              </a:spcBef>
              <a:spcAft>
                <a:spcPts val="0"/>
              </a:spcAft>
              <a:buSzPts val="6000"/>
              <a:buNone/>
              <a:defRPr sz="6000"/>
            </a:lvl5pPr>
            <a:lvl6pPr lvl="5" algn="l">
              <a:lnSpc>
                <a:spcPct val="70000"/>
              </a:lnSpc>
              <a:spcBef>
                <a:spcPts val="0"/>
              </a:spcBef>
              <a:spcAft>
                <a:spcPts val="0"/>
              </a:spcAft>
              <a:buSzPts val="6000"/>
              <a:buNone/>
              <a:defRPr sz="6000"/>
            </a:lvl6pPr>
            <a:lvl7pPr lvl="6" algn="l">
              <a:lnSpc>
                <a:spcPct val="70000"/>
              </a:lnSpc>
              <a:spcBef>
                <a:spcPts val="0"/>
              </a:spcBef>
              <a:spcAft>
                <a:spcPts val="0"/>
              </a:spcAft>
              <a:buSzPts val="6000"/>
              <a:buNone/>
              <a:defRPr sz="6000"/>
            </a:lvl7pPr>
            <a:lvl8pPr lvl="7" algn="l">
              <a:lnSpc>
                <a:spcPct val="70000"/>
              </a:lnSpc>
              <a:spcBef>
                <a:spcPts val="0"/>
              </a:spcBef>
              <a:spcAft>
                <a:spcPts val="0"/>
              </a:spcAft>
              <a:buSzPts val="6000"/>
              <a:buNone/>
              <a:defRPr sz="6000"/>
            </a:lvl8pPr>
            <a:lvl9pPr lvl="8" algn="l">
              <a:lnSpc>
                <a:spcPct val="70000"/>
              </a:lnSpc>
              <a:spcBef>
                <a:spcPts val="0"/>
              </a:spcBef>
              <a:spcAft>
                <a:spcPts val="0"/>
              </a:spcAft>
              <a:buSzPts val="6000"/>
              <a:buNone/>
              <a:defRPr sz="6000"/>
            </a:lvl9pPr>
          </a:lstStyle>
          <a:p/>
        </p:txBody>
      </p:sp>
      <p:sp>
        <p:nvSpPr>
          <p:cNvPr id="37" name="Google Shape;37;p5"/>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8" name="Google Shape;38;p5"/>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9" name="Google Shape;39;p5"/>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0" name="Google Shape;40;p5"/>
          <p:cNvSpPr txBox="1"/>
          <p:nvPr>
            <p:ph idx="1" type="body"/>
          </p:nvPr>
        </p:nvSpPr>
        <p:spPr>
          <a:xfrm>
            <a:off x="4629550" y="3479875"/>
            <a:ext cx="4227300" cy="923400"/>
          </a:xfrm>
          <a:prstGeom prst="rect">
            <a:avLst/>
          </a:prstGeom>
          <a:noFill/>
          <a:ln>
            <a:noFill/>
          </a:ln>
        </p:spPr>
        <p:txBody>
          <a:bodyPr anchorCtr="0" anchor="t" bIns="91425" lIns="182875" spcFirstLastPara="1" rIns="18287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41" name="Shape 41"/>
        <p:cNvGrpSpPr/>
        <p:nvPr/>
      </p:nvGrpSpPr>
      <p:grpSpPr>
        <a:xfrm>
          <a:off x="0" y="0"/>
          <a:ext cx="0" cy="0"/>
          <a:chOff x="0" y="0"/>
          <a:chExt cx="0" cy="0"/>
        </a:xfrm>
      </p:grpSpPr>
      <p:sp>
        <p:nvSpPr>
          <p:cNvPr id="42" name="Google Shape;42;p6"/>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lvl1pPr>
            <a:lvl2pPr lvl="1" algn="l">
              <a:lnSpc>
                <a:spcPct val="85000"/>
              </a:lnSpc>
              <a:spcBef>
                <a:spcPts val="0"/>
              </a:spcBef>
              <a:spcAft>
                <a:spcPts val="0"/>
              </a:spcAft>
              <a:buSzPts val="3600"/>
              <a:buNone/>
              <a:defRPr sz="3600"/>
            </a:lvl2pPr>
            <a:lvl3pPr lvl="2" algn="l">
              <a:lnSpc>
                <a:spcPct val="85000"/>
              </a:lnSpc>
              <a:spcBef>
                <a:spcPts val="0"/>
              </a:spcBef>
              <a:spcAft>
                <a:spcPts val="0"/>
              </a:spcAft>
              <a:buSzPts val="3600"/>
              <a:buNone/>
              <a:defRPr sz="3600"/>
            </a:lvl3pPr>
            <a:lvl4pPr lvl="3" algn="l">
              <a:lnSpc>
                <a:spcPct val="85000"/>
              </a:lnSpc>
              <a:spcBef>
                <a:spcPts val="0"/>
              </a:spcBef>
              <a:spcAft>
                <a:spcPts val="0"/>
              </a:spcAft>
              <a:buSzPts val="3600"/>
              <a:buNone/>
              <a:defRPr sz="3600"/>
            </a:lvl4pPr>
            <a:lvl5pPr lvl="4" algn="l">
              <a:lnSpc>
                <a:spcPct val="85000"/>
              </a:lnSpc>
              <a:spcBef>
                <a:spcPts val="0"/>
              </a:spcBef>
              <a:spcAft>
                <a:spcPts val="0"/>
              </a:spcAft>
              <a:buSzPts val="3600"/>
              <a:buNone/>
              <a:defRPr sz="3600"/>
            </a:lvl5pPr>
            <a:lvl6pPr lvl="5" algn="l">
              <a:lnSpc>
                <a:spcPct val="85000"/>
              </a:lnSpc>
              <a:spcBef>
                <a:spcPts val="0"/>
              </a:spcBef>
              <a:spcAft>
                <a:spcPts val="0"/>
              </a:spcAft>
              <a:buSzPts val="3600"/>
              <a:buNone/>
              <a:defRPr sz="3600"/>
            </a:lvl6pPr>
            <a:lvl7pPr lvl="6" algn="l">
              <a:lnSpc>
                <a:spcPct val="85000"/>
              </a:lnSpc>
              <a:spcBef>
                <a:spcPts val="0"/>
              </a:spcBef>
              <a:spcAft>
                <a:spcPts val="0"/>
              </a:spcAft>
              <a:buSzPts val="3600"/>
              <a:buNone/>
              <a:defRPr sz="3600"/>
            </a:lvl7pPr>
            <a:lvl8pPr lvl="7" algn="l">
              <a:lnSpc>
                <a:spcPct val="85000"/>
              </a:lnSpc>
              <a:spcBef>
                <a:spcPts val="0"/>
              </a:spcBef>
              <a:spcAft>
                <a:spcPts val="0"/>
              </a:spcAft>
              <a:buSzPts val="3600"/>
              <a:buNone/>
              <a:defRPr sz="3600"/>
            </a:lvl8pPr>
            <a:lvl9pPr lvl="8" algn="l">
              <a:lnSpc>
                <a:spcPct val="85000"/>
              </a:lnSpc>
              <a:spcBef>
                <a:spcPts val="0"/>
              </a:spcBef>
              <a:spcAft>
                <a:spcPts val="0"/>
              </a:spcAft>
              <a:buSzPts val="3600"/>
              <a:buNone/>
              <a:defRPr sz="3600"/>
            </a:lvl9pPr>
          </a:lstStyle>
          <a:p/>
        </p:txBody>
      </p:sp>
      <p:sp>
        <p:nvSpPr>
          <p:cNvPr id="43" name="Google Shape;43;p6"/>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5" name="Google Shape;45;p6"/>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46" name="Shape 46"/>
        <p:cNvGrpSpPr/>
        <p:nvPr/>
      </p:nvGrpSpPr>
      <p:grpSpPr>
        <a:xfrm>
          <a:off x="0" y="0"/>
          <a:ext cx="0" cy="0"/>
          <a:chOff x="0" y="0"/>
          <a:chExt cx="0" cy="0"/>
        </a:xfrm>
      </p:grpSpPr>
      <p:sp>
        <p:nvSpPr>
          <p:cNvPr id="47" name="Google Shape;47;p7"/>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lvl1pPr>
            <a:lvl2pPr lvl="1" algn="l">
              <a:lnSpc>
                <a:spcPct val="85000"/>
              </a:lnSpc>
              <a:spcBef>
                <a:spcPts val="0"/>
              </a:spcBef>
              <a:spcAft>
                <a:spcPts val="0"/>
              </a:spcAft>
              <a:buSzPts val="3600"/>
              <a:buNone/>
              <a:defRPr sz="3600"/>
            </a:lvl2pPr>
            <a:lvl3pPr lvl="2" algn="l">
              <a:lnSpc>
                <a:spcPct val="85000"/>
              </a:lnSpc>
              <a:spcBef>
                <a:spcPts val="0"/>
              </a:spcBef>
              <a:spcAft>
                <a:spcPts val="0"/>
              </a:spcAft>
              <a:buSzPts val="3600"/>
              <a:buNone/>
              <a:defRPr sz="3600"/>
            </a:lvl3pPr>
            <a:lvl4pPr lvl="3" algn="l">
              <a:lnSpc>
                <a:spcPct val="85000"/>
              </a:lnSpc>
              <a:spcBef>
                <a:spcPts val="0"/>
              </a:spcBef>
              <a:spcAft>
                <a:spcPts val="0"/>
              </a:spcAft>
              <a:buSzPts val="3600"/>
              <a:buNone/>
              <a:defRPr sz="3600"/>
            </a:lvl4pPr>
            <a:lvl5pPr lvl="4" algn="l">
              <a:lnSpc>
                <a:spcPct val="85000"/>
              </a:lnSpc>
              <a:spcBef>
                <a:spcPts val="0"/>
              </a:spcBef>
              <a:spcAft>
                <a:spcPts val="0"/>
              </a:spcAft>
              <a:buSzPts val="3600"/>
              <a:buNone/>
              <a:defRPr sz="3600"/>
            </a:lvl5pPr>
            <a:lvl6pPr lvl="5" algn="l">
              <a:lnSpc>
                <a:spcPct val="85000"/>
              </a:lnSpc>
              <a:spcBef>
                <a:spcPts val="0"/>
              </a:spcBef>
              <a:spcAft>
                <a:spcPts val="0"/>
              </a:spcAft>
              <a:buSzPts val="3600"/>
              <a:buNone/>
              <a:defRPr sz="3600"/>
            </a:lvl6pPr>
            <a:lvl7pPr lvl="6" algn="l">
              <a:lnSpc>
                <a:spcPct val="85000"/>
              </a:lnSpc>
              <a:spcBef>
                <a:spcPts val="0"/>
              </a:spcBef>
              <a:spcAft>
                <a:spcPts val="0"/>
              </a:spcAft>
              <a:buSzPts val="3600"/>
              <a:buNone/>
              <a:defRPr sz="3600"/>
            </a:lvl7pPr>
            <a:lvl8pPr lvl="7" algn="l">
              <a:lnSpc>
                <a:spcPct val="85000"/>
              </a:lnSpc>
              <a:spcBef>
                <a:spcPts val="0"/>
              </a:spcBef>
              <a:spcAft>
                <a:spcPts val="0"/>
              </a:spcAft>
              <a:buSzPts val="3600"/>
              <a:buNone/>
              <a:defRPr sz="3600"/>
            </a:lvl8pPr>
            <a:lvl9pPr lvl="8" algn="l">
              <a:lnSpc>
                <a:spcPct val="85000"/>
              </a:lnSpc>
              <a:spcBef>
                <a:spcPts val="0"/>
              </a:spcBef>
              <a:spcAft>
                <a:spcPts val="0"/>
              </a:spcAft>
              <a:buSzPts val="3600"/>
              <a:buNone/>
              <a:defRPr sz="3600"/>
            </a:lvl9pPr>
          </a:lstStyle>
          <a:p/>
        </p:txBody>
      </p:sp>
      <p:sp>
        <p:nvSpPr>
          <p:cNvPr id="48" name="Google Shape;48;p7"/>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0" name="Google Shape;50;p7"/>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cxnSp>
        <p:nvCxnSpPr>
          <p:cNvPr id="53" name="Google Shape;53;p8"/>
          <p:cNvCxnSpPr/>
          <p:nvPr/>
        </p:nvCxnSpPr>
        <p:spPr>
          <a:xfrm>
            <a:off x="283850" y="4683734"/>
            <a:ext cx="8573100" cy="0"/>
          </a:xfrm>
          <a:prstGeom prst="straightConnector1">
            <a:avLst/>
          </a:prstGeom>
          <a:noFill/>
          <a:ln cap="flat" cmpd="sng" w="9525">
            <a:solidFill>
              <a:schemeClr val="dk1"/>
            </a:solidFill>
            <a:prstDash val="solid"/>
            <a:round/>
            <a:headEnd len="sm" w="sm" type="none"/>
            <a:tailEnd len="sm" w="sm" type="none"/>
          </a:ln>
        </p:spPr>
      </p:cxnSp>
      <p:sp>
        <p:nvSpPr>
          <p:cNvPr id="54" name="Google Shape;54;p8"/>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56" name="Google Shape;56;p8"/>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57" name="Shape 57"/>
        <p:cNvGrpSpPr/>
        <p:nvPr/>
      </p:nvGrpSpPr>
      <p:grpSpPr>
        <a:xfrm>
          <a:off x="0" y="0"/>
          <a:ext cx="0" cy="0"/>
          <a:chOff x="0" y="0"/>
          <a:chExt cx="0" cy="0"/>
        </a:xfrm>
      </p:grpSpPr>
      <p:sp>
        <p:nvSpPr>
          <p:cNvPr id="58" name="Google Shape;58;p9"/>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a:ea typeface="Inter"/>
              <a:cs typeface="Inter"/>
              <a:sym typeface="Inter"/>
            </a:endParaRPr>
          </a:p>
        </p:txBody>
      </p:sp>
      <p:sp>
        <p:nvSpPr>
          <p:cNvPr id="59" name="Google Shape;59;p9"/>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a:ea typeface="Inter"/>
              <a:cs typeface="Inter"/>
              <a:sym typeface="Inter"/>
            </a:endParaRPr>
          </a:p>
        </p:txBody>
      </p:sp>
      <p:sp>
        <p:nvSpPr>
          <p:cNvPr id="60" name="Google Shape;60;p9"/>
          <p:cNvSpPr txBox="1"/>
          <p:nvPr>
            <p:ph type="title"/>
          </p:nvPr>
        </p:nvSpPr>
        <p:spPr>
          <a:xfrm>
            <a:off x="283850" y="474875"/>
            <a:ext cx="2773200" cy="1585200"/>
          </a:xfrm>
          <a:prstGeom prst="rect">
            <a:avLst/>
          </a:prstGeom>
          <a:noFill/>
          <a:ln>
            <a:noFill/>
          </a:ln>
        </p:spPr>
        <p:txBody>
          <a:bodyPr anchorCtr="0" anchor="t" bIns="0" lIns="0" spcFirstLastPara="1" rIns="0" wrap="square" tIns="91425">
            <a:normAutofit/>
          </a:bodyPr>
          <a:lstStyle>
            <a:lvl1pPr lvl="0" algn="l">
              <a:lnSpc>
                <a:spcPct val="70000"/>
              </a:lnSpc>
              <a:spcBef>
                <a:spcPts val="0"/>
              </a:spcBef>
              <a:spcAft>
                <a:spcPts val="0"/>
              </a:spcAft>
              <a:buSzPts val="6000"/>
              <a:buNone/>
              <a:defRPr sz="6000">
                <a:solidFill>
                  <a:schemeClr val="dk1"/>
                </a:solidFill>
              </a:defRPr>
            </a:lvl1pPr>
            <a:lvl2pPr lvl="1" algn="l">
              <a:lnSpc>
                <a:spcPct val="70000"/>
              </a:lnSpc>
              <a:spcBef>
                <a:spcPts val="0"/>
              </a:spcBef>
              <a:spcAft>
                <a:spcPts val="0"/>
              </a:spcAft>
              <a:buSzPts val="6000"/>
              <a:buNone/>
              <a:defRPr sz="6000">
                <a:solidFill>
                  <a:schemeClr val="dk1"/>
                </a:solidFill>
              </a:defRPr>
            </a:lvl2pPr>
            <a:lvl3pPr lvl="2" algn="l">
              <a:lnSpc>
                <a:spcPct val="70000"/>
              </a:lnSpc>
              <a:spcBef>
                <a:spcPts val="0"/>
              </a:spcBef>
              <a:spcAft>
                <a:spcPts val="0"/>
              </a:spcAft>
              <a:buSzPts val="6000"/>
              <a:buNone/>
              <a:defRPr sz="6000">
                <a:solidFill>
                  <a:schemeClr val="dk1"/>
                </a:solidFill>
              </a:defRPr>
            </a:lvl3pPr>
            <a:lvl4pPr lvl="3" algn="l">
              <a:lnSpc>
                <a:spcPct val="70000"/>
              </a:lnSpc>
              <a:spcBef>
                <a:spcPts val="0"/>
              </a:spcBef>
              <a:spcAft>
                <a:spcPts val="0"/>
              </a:spcAft>
              <a:buSzPts val="6000"/>
              <a:buNone/>
              <a:defRPr sz="6000">
                <a:solidFill>
                  <a:schemeClr val="dk1"/>
                </a:solidFill>
              </a:defRPr>
            </a:lvl4pPr>
            <a:lvl5pPr lvl="4" algn="l">
              <a:lnSpc>
                <a:spcPct val="70000"/>
              </a:lnSpc>
              <a:spcBef>
                <a:spcPts val="0"/>
              </a:spcBef>
              <a:spcAft>
                <a:spcPts val="0"/>
              </a:spcAft>
              <a:buSzPts val="6000"/>
              <a:buNone/>
              <a:defRPr sz="6000">
                <a:solidFill>
                  <a:schemeClr val="dk1"/>
                </a:solidFill>
              </a:defRPr>
            </a:lvl5pPr>
            <a:lvl6pPr lvl="5" algn="l">
              <a:lnSpc>
                <a:spcPct val="70000"/>
              </a:lnSpc>
              <a:spcBef>
                <a:spcPts val="0"/>
              </a:spcBef>
              <a:spcAft>
                <a:spcPts val="0"/>
              </a:spcAft>
              <a:buSzPts val="6000"/>
              <a:buNone/>
              <a:defRPr sz="6000">
                <a:solidFill>
                  <a:schemeClr val="dk1"/>
                </a:solidFill>
              </a:defRPr>
            </a:lvl6pPr>
            <a:lvl7pPr lvl="6" algn="l">
              <a:lnSpc>
                <a:spcPct val="70000"/>
              </a:lnSpc>
              <a:spcBef>
                <a:spcPts val="0"/>
              </a:spcBef>
              <a:spcAft>
                <a:spcPts val="0"/>
              </a:spcAft>
              <a:buSzPts val="6000"/>
              <a:buNone/>
              <a:defRPr sz="6000">
                <a:solidFill>
                  <a:schemeClr val="dk1"/>
                </a:solidFill>
              </a:defRPr>
            </a:lvl7pPr>
            <a:lvl8pPr lvl="7" algn="l">
              <a:lnSpc>
                <a:spcPct val="70000"/>
              </a:lnSpc>
              <a:spcBef>
                <a:spcPts val="0"/>
              </a:spcBef>
              <a:spcAft>
                <a:spcPts val="0"/>
              </a:spcAft>
              <a:buSzPts val="6000"/>
              <a:buNone/>
              <a:defRPr sz="6000">
                <a:solidFill>
                  <a:schemeClr val="dk1"/>
                </a:solidFill>
              </a:defRPr>
            </a:lvl8pPr>
            <a:lvl9pPr lvl="8" algn="l">
              <a:lnSpc>
                <a:spcPct val="70000"/>
              </a:lnSpc>
              <a:spcBef>
                <a:spcPts val="0"/>
              </a:spcBef>
              <a:spcAft>
                <a:spcPts val="0"/>
              </a:spcAft>
              <a:buSzPts val="6000"/>
              <a:buNone/>
              <a:defRPr sz="6000">
                <a:solidFill>
                  <a:schemeClr val="dk1"/>
                </a:solidFill>
              </a:defRPr>
            </a:lvl9pPr>
          </a:lstStyle>
          <a:p/>
        </p:txBody>
      </p:sp>
      <p:sp>
        <p:nvSpPr>
          <p:cNvPr id="61" name="Google Shape;61;p9"/>
          <p:cNvSpPr txBox="1"/>
          <p:nvPr>
            <p:ph idx="1" type="subTitle"/>
          </p:nvPr>
        </p:nvSpPr>
        <p:spPr>
          <a:xfrm>
            <a:off x="284850" y="3602000"/>
            <a:ext cx="2773200" cy="804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200"/>
              <a:buFont typeface="Inter"/>
              <a:buNone/>
              <a:defRPr sz="1200">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62" name="Google Shape;62;p9"/>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9"/>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64" name="Google Shape;64;p9"/>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65" name="Shape 65"/>
        <p:cNvGrpSpPr/>
        <p:nvPr/>
      </p:nvGrpSpPr>
      <p:grpSpPr>
        <a:xfrm>
          <a:off x="0" y="0"/>
          <a:ext cx="0" cy="0"/>
          <a:chOff x="0" y="0"/>
          <a:chExt cx="0" cy="0"/>
        </a:xfrm>
      </p:grpSpPr>
      <p:sp>
        <p:nvSpPr>
          <p:cNvPr id="66" name="Google Shape;66;p10"/>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0"/>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
        <p:nvSpPr>
          <p:cNvPr id="68" name="Google Shape;68;p10"/>
          <p:cNvSpPr txBox="1"/>
          <p:nvPr>
            <p:ph idx="2"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defRPr>
            </a:lvl2pPr>
            <a:lvl3pPr lvl="2" algn="l">
              <a:lnSpc>
                <a:spcPct val="115000"/>
              </a:lnSpc>
              <a:spcBef>
                <a:spcPts val="0"/>
              </a:spcBef>
              <a:spcAft>
                <a:spcPts val="0"/>
              </a:spcAft>
              <a:buClr>
                <a:schemeClr val="dk1"/>
              </a:buClr>
              <a:buSzPts val="1400"/>
              <a:buFont typeface="Inter"/>
              <a:buNone/>
              <a:defRPr>
                <a:solidFill>
                  <a:schemeClr val="dk1"/>
                </a:solidFill>
              </a:defRPr>
            </a:lvl3pPr>
            <a:lvl4pPr lvl="3" algn="l">
              <a:lnSpc>
                <a:spcPct val="115000"/>
              </a:lnSpc>
              <a:spcBef>
                <a:spcPts val="0"/>
              </a:spcBef>
              <a:spcAft>
                <a:spcPts val="0"/>
              </a:spcAft>
              <a:buClr>
                <a:schemeClr val="dk1"/>
              </a:buClr>
              <a:buSzPts val="1400"/>
              <a:buFont typeface="Inter"/>
              <a:buNone/>
              <a:defRPr>
                <a:solidFill>
                  <a:schemeClr val="dk1"/>
                </a:solidFill>
              </a:defRPr>
            </a:lvl4pPr>
            <a:lvl5pPr lvl="4" algn="l">
              <a:lnSpc>
                <a:spcPct val="115000"/>
              </a:lnSpc>
              <a:spcBef>
                <a:spcPts val="0"/>
              </a:spcBef>
              <a:spcAft>
                <a:spcPts val="0"/>
              </a:spcAft>
              <a:buClr>
                <a:schemeClr val="dk1"/>
              </a:buClr>
              <a:buSzPts val="1400"/>
              <a:buFont typeface="Inter"/>
              <a:buNone/>
              <a:defRPr>
                <a:solidFill>
                  <a:schemeClr val="dk1"/>
                </a:solidFill>
              </a:defRPr>
            </a:lvl5pPr>
            <a:lvl6pPr lvl="5" algn="l">
              <a:lnSpc>
                <a:spcPct val="115000"/>
              </a:lnSpc>
              <a:spcBef>
                <a:spcPts val="0"/>
              </a:spcBef>
              <a:spcAft>
                <a:spcPts val="0"/>
              </a:spcAft>
              <a:buClr>
                <a:schemeClr val="dk1"/>
              </a:buClr>
              <a:buSzPts val="1400"/>
              <a:buFont typeface="Inter"/>
              <a:buNone/>
              <a:defRPr>
                <a:solidFill>
                  <a:schemeClr val="dk1"/>
                </a:solidFill>
              </a:defRPr>
            </a:lvl6pPr>
            <a:lvl7pPr lvl="6" algn="l">
              <a:lnSpc>
                <a:spcPct val="115000"/>
              </a:lnSpc>
              <a:spcBef>
                <a:spcPts val="0"/>
              </a:spcBef>
              <a:spcAft>
                <a:spcPts val="0"/>
              </a:spcAft>
              <a:buClr>
                <a:schemeClr val="dk1"/>
              </a:buClr>
              <a:buSzPts val="1400"/>
              <a:buFont typeface="Inter"/>
              <a:buNone/>
              <a:defRPr>
                <a:solidFill>
                  <a:schemeClr val="dk1"/>
                </a:solidFill>
              </a:defRPr>
            </a:lvl7pPr>
            <a:lvl8pPr lvl="7" algn="l">
              <a:lnSpc>
                <a:spcPct val="115000"/>
              </a:lnSpc>
              <a:spcBef>
                <a:spcPts val="0"/>
              </a:spcBef>
              <a:spcAft>
                <a:spcPts val="0"/>
              </a:spcAft>
              <a:buClr>
                <a:schemeClr val="dk1"/>
              </a:buClr>
              <a:buSzPts val="1400"/>
              <a:buFont typeface="Inter"/>
              <a:buNone/>
              <a:defRPr>
                <a:solidFill>
                  <a:schemeClr val="dk1"/>
                </a:solidFill>
              </a:defRPr>
            </a:lvl8pPr>
            <a:lvl9pPr lvl="8" algn="l">
              <a:lnSpc>
                <a:spcPct val="115000"/>
              </a:lnSpc>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9" name="Shape 69"/>
        <p:cNvGrpSpPr/>
        <p:nvPr/>
      </p:nvGrpSpPr>
      <p:grpSpPr>
        <a:xfrm>
          <a:off x="0" y="0"/>
          <a:ext cx="0" cy="0"/>
          <a:chOff x="0" y="0"/>
          <a:chExt cx="0" cy="0"/>
        </a:xfrm>
      </p:grpSpPr>
      <p:sp>
        <p:nvSpPr>
          <p:cNvPr id="70" name="Google Shape;70;p11"/>
          <p:cNvSpPr txBox="1"/>
          <p:nvPr>
            <p:ph type="title"/>
          </p:nvPr>
        </p:nvSpPr>
        <p:spPr>
          <a:xfrm>
            <a:off x="283850" y="285900"/>
            <a:ext cx="4227600" cy="309300"/>
          </a:xfrm>
          <a:prstGeom prst="rect">
            <a:avLst/>
          </a:prstGeom>
          <a:noFill/>
          <a:ln>
            <a:noFill/>
          </a:ln>
        </p:spPr>
        <p:txBody>
          <a:bodyPr anchorCtr="0" anchor="t" bIns="0" lIns="0" spcFirstLastPara="1" rIns="0" wrap="square" tIns="0">
            <a:spAutoFit/>
          </a:bodyPr>
          <a:lstStyle>
            <a:lvl1pPr lvl="0" algn="l">
              <a:lnSpc>
                <a:spcPct val="70000"/>
              </a:lnSpc>
              <a:spcBef>
                <a:spcPts val="0"/>
              </a:spcBef>
              <a:spcAft>
                <a:spcPts val="0"/>
              </a:spcAft>
              <a:buSzPts val="1800"/>
              <a:buNone/>
              <a:defRPr sz="1800">
                <a:solidFill>
                  <a:schemeClr val="dk1"/>
                </a:solidFill>
              </a:defRPr>
            </a:lvl1pPr>
            <a:lvl2pPr lvl="1" algn="l">
              <a:lnSpc>
                <a:spcPct val="70000"/>
              </a:lnSpc>
              <a:spcBef>
                <a:spcPts val="0"/>
              </a:spcBef>
              <a:spcAft>
                <a:spcPts val="0"/>
              </a:spcAft>
              <a:buSzPts val="1800"/>
              <a:buNone/>
              <a:defRPr sz="1800">
                <a:solidFill>
                  <a:schemeClr val="dk1"/>
                </a:solidFill>
              </a:defRPr>
            </a:lvl2pPr>
            <a:lvl3pPr lvl="2" algn="l">
              <a:lnSpc>
                <a:spcPct val="70000"/>
              </a:lnSpc>
              <a:spcBef>
                <a:spcPts val="0"/>
              </a:spcBef>
              <a:spcAft>
                <a:spcPts val="0"/>
              </a:spcAft>
              <a:buSzPts val="1800"/>
              <a:buNone/>
              <a:defRPr sz="1800">
                <a:solidFill>
                  <a:schemeClr val="dk1"/>
                </a:solidFill>
              </a:defRPr>
            </a:lvl3pPr>
            <a:lvl4pPr lvl="3" algn="l">
              <a:lnSpc>
                <a:spcPct val="70000"/>
              </a:lnSpc>
              <a:spcBef>
                <a:spcPts val="0"/>
              </a:spcBef>
              <a:spcAft>
                <a:spcPts val="0"/>
              </a:spcAft>
              <a:buSzPts val="1800"/>
              <a:buNone/>
              <a:defRPr sz="1800">
                <a:solidFill>
                  <a:schemeClr val="dk1"/>
                </a:solidFill>
              </a:defRPr>
            </a:lvl4pPr>
            <a:lvl5pPr lvl="4" algn="l">
              <a:lnSpc>
                <a:spcPct val="70000"/>
              </a:lnSpc>
              <a:spcBef>
                <a:spcPts val="0"/>
              </a:spcBef>
              <a:spcAft>
                <a:spcPts val="0"/>
              </a:spcAft>
              <a:buSzPts val="1800"/>
              <a:buNone/>
              <a:defRPr sz="1800">
                <a:solidFill>
                  <a:schemeClr val="dk1"/>
                </a:solidFill>
              </a:defRPr>
            </a:lvl5pPr>
            <a:lvl6pPr lvl="5" algn="l">
              <a:lnSpc>
                <a:spcPct val="70000"/>
              </a:lnSpc>
              <a:spcBef>
                <a:spcPts val="0"/>
              </a:spcBef>
              <a:spcAft>
                <a:spcPts val="0"/>
              </a:spcAft>
              <a:buSzPts val="1800"/>
              <a:buNone/>
              <a:defRPr sz="1800">
                <a:solidFill>
                  <a:schemeClr val="dk1"/>
                </a:solidFill>
              </a:defRPr>
            </a:lvl6pPr>
            <a:lvl7pPr lvl="6" algn="l">
              <a:lnSpc>
                <a:spcPct val="70000"/>
              </a:lnSpc>
              <a:spcBef>
                <a:spcPts val="0"/>
              </a:spcBef>
              <a:spcAft>
                <a:spcPts val="0"/>
              </a:spcAft>
              <a:buSzPts val="1800"/>
              <a:buNone/>
              <a:defRPr sz="1800">
                <a:solidFill>
                  <a:schemeClr val="dk1"/>
                </a:solidFill>
              </a:defRPr>
            </a:lvl7pPr>
            <a:lvl8pPr lvl="7" algn="l">
              <a:lnSpc>
                <a:spcPct val="70000"/>
              </a:lnSpc>
              <a:spcBef>
                <a:spcPts val="0"/>
              </a:spcBef>
              <a:spcAft>
                <a:spcPts val="0"/>
              </a:spcAft>
              <a:buSzPts val="1800"/>
              <a:buNone/>
              <a:defRPr sz="1800">
                <a:solidFill>
                  <a:schemeClr val="dk1"/>
                </a:solidFill>
              </a:defRPr>
            </a:lvl8pPr>
            <a:lvl9pPr lvl="8" algn="l">
              <a:lnSpc>
                <a:spcPct val="70000"/>
              </a:lnSpc>
              <a:spcBef>
                <a:spcPts val="0"/>
              </a:spcBef>
              <a:spcAft>
                <a:spcPts val="0"/>
              </a:spcAft>
              <a:buSzPts val="1800"/>
              <a:buNone/>
              <a:defRPr sz="1800">
                <a:solidFill>
                  <a:schemeClr val="dk1"/>
                </a:solidFill>
              </a:defRPr>
            </a:lvl9pPr>
          </a:lstStyle>
          <a:p/>
        </p:txBody>
      </p:sp>
      <p:sp>
        <p:nvSpPr>
          <p:cNvPr id="71" name="Google Shape;71;p1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1"/>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3" name="Google Shape;73;p11"/>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4" name="Google Shape;74;p11"/>
          <p:cNvSpPr txBox="1"/>
          <p:nvPr>
            <p:ph idx="1" type="subTitle"/>
          </p:nvPr>
        </p:nvSpPr>
        <p:spPr>
          <a:xfrm>
            <a:off x="1125100" y="2345400"/>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5" name="Google Shape;75;p11"/>
          <p:cNvSpPr txBox="1"/>
          <p:nvPr>
            <p:ph idx="4" type="subTitle"/>
          </p:nvPr>
        </p:nvSpPr>
        <p:spPr>
          <a:xfrm flipH="1">
            <a:off x="6801950" y="2345400"/>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6" name="Google Shape;76;p11"/>
          <p:cNvSpPr txBox="1"/>
          <p:nvPr>
            <p:ph idx="5" type="subTitle"/>
          </p:nvPr>
        </p:nvSpPr>
        <p:spPr>
          <a:xfrm>
            <a:off x="1125100" y="1555600"/>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7" name="Google Shape;77;p11"/>
          <p:cNvSpPr txBox="1"/>
          <p:nvPr>
            <p:ph idx="6" type="subTitle"/>
          </p:nvPr>
        </p:nvSpPr>
        <p:spPr>
          <a:xfrm flipH="1">
            <a:off x="6801950" y="1555600"/>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8" name="Google Shape;78;p11"/>
          <p:cNvSpPr txBox="1"/>
          <p:nvPr>
            <p:ph idx="7" type="subTitle"/>
          </p:nvPr>
        </p:nvSpPr>
        <p:spPr>
          <a:xfrm>
            <a:off x="1125100" y="3123163"/>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9" name="Google Shape;79;p11"/>
          <p:cNvSpPr txBox="1"/>
          <p:nvPr>
            <p:ph idx="8" type="subTitle"/>
          </p:nvPr>
        </p:nvSpPr>
        <p:spPr>
          <a:xfrm flipH="1">
            <a:off x="6801950" y="3123163"/>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80" name="Google Shape;80;p11"/>
          <p:cNvSpPr txBox="1"/>
          <p:nvPr>
            <p:ph idx="9" type="subTitle"/>
          </p:nvPr>
        </p:nvSpPr>
        <p:spPr>
          <a:xfrm>
            <a:off x="1125100" y="3902913"/>
            <a:ext cx="5559300" cy="773700"/>
          </a:xfrm>
          <a:prstGeom prst="rect">
            <a:avLst/>
          </a:prstGeom>
          <a:noFill/>
          <a:ln>
            <a:noFill/>
          </a:ln>
        </p:spPr>
        <p:txBody>
          <a:bodyPr anchorCtr="0" anchor="ctr" bIns="0" lIns="0" spcFirstLastPara="1" rIns="0" wrap="square" tIns="0">
            <a:noAutofit/>
          </a:bodyPr>
          <a:lstStyle>
            <a:lvl1pPr lvl="0" algn="l">
              <a:lnSpc>
                <a:spcPct val="70000"/>
              </a:lnSpc>
              <a:spcBef>
                <a:spcPts val="0"/>
              </a:spcBef>
              <a:spcAft>
                <a:spcPts val="0"/>
              </a:spcAft>
              <a:buClr>
                <a:schemeClr val="dk1"/>
              </a:buClr>
              <a:buSzPts val="3600"/>
              <a:buFont typeface="Inter"/>
              <a:buNone/>
              <a:defRPr sz="3600">
                <a:solidFill>
                  <a:schemeClr val="dk1"/>
                </a:solidFill>
              </a:defRPr>
            </a:lvl1pPr>
            <a:lvl2pPr lvl="1"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l">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81" name="Google Shape;81;p11"/>
          <p:cNvSpPr txBox="1"/>
          <p:nvPr>
            <p:ph idx="13" type="subTitle"/>
          </p:nvPr>
        </p:nvSpPr>
        <p:spPr>
          <a:xfrm flipH="1">
            <a:off x="6801950" y="3902913"/>
            <a:ext cx="2055000" cy="773700"/>
          </a:xfrm>
          <a:prstGeom prst="rect">
            <a:avLst/>
          </a:prstGeom>
          <a:noFill/>
          <a:ln>
            <a:noFill/>
          </a:ln>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82" name="Shape 82"/>
        <p:cNvGrpSpPr/>
        <p:nvPr/>
      </p:nvGrpSpPr>
      <p:grpSpPr>
        <a:xfrm>
          <a:off x="0" y="0"/>
          <a:ext cx="0" cy="0"/>
          <a:chOff x="0" y="0"/>
          <a:chExt cx="0" cy="0"/>
        </a:xfrm>
      </p:grpSpPr>
      <p:sp>
        <p:nvSpPr>
          <p:cNvPr id="83" name="Google Shape;83;p12"/>
          <p:cNvSpPr/>
          <p:nvPr>
            <p:ph idx="2" type="pic"/>
          </p:nvPr>
        </p:nvSpPr>
        <p:spPr>
          <a:xfrm>
            <a:off x="283850" y="2178075"/>
            <a:ext cx="4227600" cy="2505600"/>
          </a:xfrm>
          <a:prstGeom prst="rect">
            <a:avLst/>
          </a:prstGeom>
          <a:noFill/>
          <a:ln>
            <a:noFill/>
          </a:ln>
        </p:spPr>
      </p:sp>
      <p:sp>
        <p:nvSpPr>
          <p:cNvPr id="84" name="Google Shape;84;p12"/>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2"/>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86" name="Google Shape;86;p12"/>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87" name="Google Shape;87;p12"/>
          <p:cNvSpPr txBox="1"/>
          <p:nvPr>
            <p:ph idx="4" type="title"/>
          </p:nvPr>
        </p:nvSpPr>
        <p:spPr>
          <a:xfrm>
            <a:off x="283850" y="285900"/>
            <a:ext cx="56742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88" name="Google Shape;88;p12"/>
          <p:cNvSpPr txBox="1"/>
          <p:nvPr>
            <p:ph idx="1" type="body"/>
          </p:nvPr>
        </p:nvSpPr>
        <p:spPr>
          <a:xfrm>
            <a:off x="4629300" y="2636275"/>
            <a:ext cx="4227600" cy="204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89" name="Google Shape;89;p12"/>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4629750" y="0"/>
            <a:ext cx="4227000" cy="46836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42276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94" name="Google Shape;94;p13"/>
          <p:cNvSpPr txBox="1"/>
          <p:nvPr>
            <p:ph idx="1" type="body"/>
          </p:nvPr>
        </p:nvSpPr>
        <p:spPr>
          <a:xfrm>
            <a:off x="763175" y="2599225"/>
            <a:ext cx="3748800" cy="2084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Char char="●"/>
              <a:defRPr sz="1000">
                <a:solidFill>
                  <a:schemeClr val="dk1"/>
                </a:solidFill>
              </a:defRPr>
            </a:lvl1pPr>
            <a:lvl2pPr indent="-292100" lvl="1" marL="914400" algn="l">
              <a:lnSpc>
                <a:spcPct val="100000"/>
              </a:lnSpc>
              <a:spcBef>
                <a:spcPts val="0"/>
              </a:spcBef>
              <a:spcAft>
                <a:spcPts val="0"/>
              </a:spcAft>
              <a:buClr>
                <a:schemeClr val="dk1"/>
              </a:buClr>
              <a:buSzPts val="1000"/>
              <a:buChar char="○"/>
              <a:defRPr sz="1000">
                <a:solidFill>
                  <a:schemeClr val="dk1"/>
                </a:solidFill>
              </a:defRPr>
            </a:lvl2pPr>
            <a:lvl3pPr indent="-292100" lvl="2" marL="1371600" algn="l">
              <a:lnSpc>
                <a:spcPct val="100000"/>
              </a:lnSpc>
              <a:spcBef>
                <a:spcPts val="0"/>
              </a:spcBef>
              <a:spcAft>
                <a:spcPts val="0"/>
              </a:spcAft>
              <a:buClr>
                <a:schemeClr val="dk1"/>
              </a:buClr>
              <a:buSzPts val="1000"/>
              <a:buChar char="■"/>
              <a:defRPr sz="1000">
                <a:solidFill>
                  <a:schemeClr val="dk1"/>
                </a:solidFill>
              </a:defRPr>
            </a:lvl3pPr>
            <a:lvl4pPr indent="-292100" lvl="3" marL="1828800" algn="l">
              <a:lnSpc>
                <a:spcPct val="100000"/>
              </a:lnSpc>
              <a:spcBef>
                <a:spcPts val="0"/>
              </a:spcBef>
              <a:spcAft>
                <a:spcPts val="0"/>
              </a:spcAft>
              <a:buClr>
                <a:schemeClr val="dk1"/>
              </a:buClr>
              <a:buSzPts val="1000"/>
              <a:buChar char="●"/>
              <a:defRPr sz="1000">
                <a:solidFill>
                  <a:schemeClr val="dk1"/>
                </a:solidFill>
              </a:defRPr>
            </a:lvl4pPr>
            <a:lvl5pPr indent="-292100" lvl="4" marL="2286000" algn="l">
              <a:lnSpc>
                <a:spcPct val="100000"/>
              </a:lnSpc>
              <a:spcBef>
                <a:spcPts val="0"/>
              </a:spcBef>
              <a:spcAft>
                <a:spcPts val="0"/>
              </a:spcAft>
              <a:buClr>
                <a:schemeClr val="dk1"/>
              </a:buClr>
              <a:buSzPts val="1000"/>
              <a:buChar char="○"/>
              <a:defRPr sz="1000">
                <a:solidFill>
                  <a:schemeClr val="dk1"/>
                </a:solidFill>
              </a:defRPr>
            </a:lvl5pPr>
            <a:lvl6pPr indent="-292100" lvl="5" marL="2743200" algn="l">
              <a:lnSpc>
                <a:spcPct val="100000"/>
              </a:lnSpc>
              <a:spcBef>
                <a:spcPts val="0"/>
              </a:spcBef>
              <a:spcAft>
                <a:spcPts val="0"/>
              </a:spcAft>
              <a:buClr>
                <a:schemeClr val="dk1"/>
              </a:buClr>
              <a:buSzPts val="1000"/>
              <a:buChar char="■"/>
              <a:defRPr sz="1000">
                <a:solidFill>
                  <a:schemeClr val="dk1"/>
                </a:solidFill>
              </a:defRPr>
            </a:lvl6pPr>
            <a:lvl7pPr indent="-292100" lvl="6" marL="3200400" algn="l">
              <a:lnSpc>
                <a:spcPct val="100000"/>
              </a:lnSpc>
              <a:spcBef>
                <a:spcPts val="0"/>
              </a:spcBef>
              <a:spcAft>
                <a:spcPts val="0"/>
              </a:spcAft>
              <a:buClr>
                <a:schemeClr val="dk1"/>
              </a:buClr>
              <a:buSzPts val="1000"/>
              <a:buChar char="●"/>
              <a:defRPr sz="1000">
                <a:solidFill>
                  <a:schemeClr val="dk1"/>
                </a:solidFill>
              </a:defRPr>
            </a:lvl7pPr>
            <a:lvl8pPr indent="-292100" lvl="7" marL="3657600" algn="l">
              <a:lnSpc>
                <a:spcPct val="100000"/>
              </a:lnSpc>
              <a:spcBef>
                <a:spcPts val="0"/>
              </a:spcBef>
              <a:spcAft>
                <a:spcPts val="0"/>
              </a:spcAft>
              <a:buClr>
                <a:schemeClr val="dk1"/>
              </a:buClr>
              <a:buSzPts val="1000"/>
              <a:buChar char="○"/>
              <a:defRPr sz="1000">
                <a:solidFill>
                  <a:schemeClr val="dk1"/>
                </a:solidFill>
              </a:defRPr>
            </a:lvl8pPr>
            <a:lvl9pPr indent="-292100" lvl="8" marL="4114800" algn="l">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7" name="Shape 97"/>
        <p:cNvGrpSpPr/>
        <p:nvPr/>
      </p:nvGrpSpPr>
      <p:grpSpPr>
        <a:xfrm>
          <a:off x="0" y="0"/>
          <a:ext cx="0" cy="0"/>
          <a:chOff x="0" y="0"/>
          <a:chExt cx="0" cy="0"/>
        </a:xfrm>
      </p:grpSpPr>
      <p:sp>
        <p:nvSpPr>
          <p:cNvPr id="98" name="Google Shape;98;p14"/>
          <p:cNvSpPr/>
          <p:nvPr>
            <p:ph idx="2" type="pic"/>
          </p:nvPr>
        </p:nvSpPr>
        <p:spPr>
          <a:xfrm>
            <a:off x="270275" y="3132475"/>
            <a:ext cx="2770500" cy="1551000"/>
          </a:xfrm>
          <a:prstGeom prst="roundRect">
            <a:avLst>
              <a:gd fmla="val 0" name="adj"/>
            </a:avLst>
          </a:prstGeom>
          <a:noFill/>
          <a:ln>
            <a:noFill/>
          </a:ln>
        </p:spPr>
      </p:sp>
      <p:sp>
        <p:nvSpPr>
          <p:cNvPr id="99" name="Google Shape;99;p14"/>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14"/>
          <p:cNvSpPr txBox="1"/>
          <p:nvPr>
            <p:ph type="title"/>
          </p:nvPr>
        </p:nvSpPr>
        <p:spPr>
          <a:xfrm>
            <a:off x="283850" y="285900"/>
            <a:ext cx="64008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01" name="Google Shape;101;p14"/>
          <p:cNvSpPr txBox="1"/>
          <p:nvPr>
            <p:ph idx="1" type="body"/>
          </p:nvPr>
        </p:nvSpPr>
        <p:spPr>
          <a:xfrm>
            <a:off x="6086325" y="2599225"/>
            <a:ext cx="2770500" cy="2084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Char char="●"/>
              <a:defRPr sz="1000">
                <a:solidFill>
                  <a:schemeClr val="dk1"/>
                </a:solidFill>
              </a:defRPr>
            </a:lvl1pPr>
            <a:lvl2pPr indent="-292100" lvl="1" marL="914400" algn="l">
              <a:lnSpc>
                <a:spcPct val="100000"/>
              </a:lnSpc>
              <a:spcBef>
                <a:spcPts val="0"/>
              </a:spcBef>
              <a:spcAft>
                <a:spcPts val="0"/>
              </a:spcAft>
              <a:buClr>
                <a:schemeClr val="dk1"/>
              </a:buClr>
              <a:buSzPts val="1000"/>
              <a:buChar char="○"/>
              <a:defRPr sz="1000">
                <a:solidFill>
                  <a:schemeClr val="dk1"/>
                </a:solidFill>
              </a:defRPr>
            </a:lvl2pPr>
            <a:lvl3pPr indent="-292100" lvl="2" marL="1371600" algn="l">
              <a:lnSpc>
                <a:spcPct val="100000"/>
              </a:lnSpc>
              <a:spcBef>
                <a:spcPts val="0"/>
              </a:spcBef>
              <a:spcAft>
                <a:spcPts val="0"/>
              </a:spcAft>
              <a:buClr>
                <a:schemeClr val="dk1"/>
              </a:buClr>
              <a:buSzPts val="1000"/>
              <a:buChar char="■"/>
              <a:defRPr sz="1000">
                <a:solidFill>
                  <a:schemeClr val="dk1"/>
                </a:solidFill>
              </a:defRPr>
            </a:lvl3pPr>
            <a:lvl4pPr indent="-292100" lvl="3" marL="1828800" algn="l">
              <a:lnSpc>
                <a:spcPct val="100000"/>
              </a:lnSpc>
              <a:spcBef>
                <a:spcPts val="0"/>
              </a:spcBef>
              <a:spcAft>
                <a:spcPts val="0"/>
              </a:spcAft>
              <a:buClr>
                <a:schemeClr val="dk1"/>
              </a:buClr>
              <a:buSzPts val="1000"/>
              <a:buChar char="●"/>
              <a:defRPr sz="1000">
                <a:solidFill>
                  <a:schemeClr val="dk1"/>
                </a:solidFill>
              </a:defRPr>
            </a:lvl4pPr>
            <a:lvl5pPr indent="-292100" lvl="4" marL="2286000" algn="l">
              <a:lnSpc>
                <a:spcPct val="100000"/>
              </a:lnSpc>
              <a:spcBef>
                <a:spcPts val="0"/>
              </a:spcBef>
              <a:spcAft>
                <a:spcPts val="0"/>
              </a:spcAft>
              <a:buClr>
                <a:schemeClr val="dk1"/>
              </a:buClr>
              <a:buSzPts val="1000"/>
              <a:buChar char="○"/>
              <a:defRPr sz="1000">
                <a:solidFill>
                  <a:schemeClr val="dk1"/>
                </a:solidFill>
              </a:defRPr>
            </a:lvl5pPr>
            <a:lvl6pPr indent="-292100" lvl="5" marL="2743200" algn="l">
              <a:lnSpc>
                <a:spcPct val="100000"/>
              </a:lnSpc>
              <a:spcBef>
                <a:spcPts val="0"/>
              </a:spcBef>
              <a:spcAft>
                <a:spcPts val="0"/>
              </a:spcAft>
              <a:buClr>
                <a:schemeClr val="dk1"/>
              </a:buClr>
              <a:buSzPts val="1000"/>
              <a:buChar char="■"/>
              <a:defRPr sz="1000">
                <a:solidFill>
                  <a:schemeClr val="dk1"/>
                </a:solidFill>
              </a:defRPr>
            </a:lvl6pPr>
            <a:lvl7pPr indent="-292100" lvl="6" marL="3200400" algn="l">
              <a:lnSpc>
                <a:spcPct val="100000"/>
              </a:lnSpc>
              <a:spcBef>
                <a:spcPts val="0"/>
              </a:spcBef>
              <a:spcAft>
                <a:spcPts val="0"/>
              </a:spcAft>
              <a:buClr>
                <a:schemeClr val="dk1"/>
              </a:buClr>
              <a:buSzPts val="1000"/>
              <a:buChar char="●"/>
              <a:defRPr sz="1000">
                <a:solidFill>
                  <a:schemeClr val="dk1"/>
                </a:solidFill>
              </a:defRPr>
            </a:lvl7pPr>
            <a:lvl8pPr indent="-292100" lvl="7" marL="3657600" algn="l">
              <a:lnSpc>
                <a:spcPct val="100000"/>
              </a:lnSpc>
              <a:spcBef>
                <a:spcPts val="0"/>
              </a:spcBef>
              <a:spcAft>
                <a:spcPts val="0"/>
              </a:spcAft>
              <a:buClr>
                <a:schemeClr val="dk1"/>
              </a:buClr>
              <a:buSzPts val="1000"/>
              <a:buChar char="○"/>
              <a:defRPr sz="1000">
                <a:solidFill>
                  <a:schemeClr val="dk1"/>
                </a:solidFill>
              </a:defRPr>
            </a:lvl8pPr>
            <a:lvl9pPr indent="-292100" lvl="8" marL="4114800" algn="l">
              <a:lnSpc>
                <a:spcPct val="100000"/>
              </a:lnSpc>
              <a:spcBef>
                <a:spcPts val="0"/>
              </a:spcBef>
              <a:spcAft>
                <a:spcPts val="0"/>
              </a:spcAft>
              <a:buClr>
                <a:schemeClr val="dk1"/>
              </a:buClr>
              <a:buSzPts val="1000"/>
              <a:buChar char="■"/>
              <a:defRPr sz="1000">
                <a:solidFill>
                  <a:schemeClr val="dk1"/>
                </a:solidFill>
              </a:defRPr>
            </a:lvl9pPr>
          </a:lstStyle>
          <a:p/>
        </p:txBody>
      </p:sp>
      <p:sp>
        <p:nvSpPr>
          <p:cNvPr id="102" name="Google Shape;102;p14"/>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03" name="Google Shape;103;p14"/>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04" name="Google Shape;104;p14"/>
          <p:cNvSpPr txBox="1"/>
          <p:nvPr>
            <p:ph idx="5" type="body"/>
          </p:nvPr>
        </p:nvSpPr>
        <p:spPr>
          <a:xfrm>
            <a:off x="3185700" y="2599225"/>
            <a:ext cx="2770500" cy="2084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105" name="Shape 105"/>
        <p:cNvGrpSpPr/>
        <p:nvPr/>
      </p:nvGrpSpPr>
      <p:grpSpPr>
        <a:xfrm>
          <a:off x="0" y="0"/>
          <a:ext cx="0" cy="0"/>
          <a:chOff x="0" y="0"/>
          <a:chExt cx="0" cy="0"/>
        </a:xfrm>
      </p:grpSpPr>
      <p:sp>
        <p:nvSpPr>
          <p:cNvPr id="106" name="Google Shape;106;p15"/>
          <p:cNvSpPr txBox="1"/>
          <p:nvPr>
            <p:ph type="title"/>
          </p:nvPr>
        </p:nvSpPr>
        <p:spPr>
          <a:xfrm>
            <a:off x="4782150" y="285900"/>
            <a:ext cx="40749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07" name="Google Shape;107;p15"/>
          <p:cNvSpPr txBox="1"/>
          <p:nvPr>
            <p:ph idx="1" type="body"/>
          </p:nvPr>
        </p:nvSpPr>
        <p:spPr>
          <a:xfrm>
            <a:off x="6086325" y="2636275"/>
            <a:ext cx="2770800" cy="20472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Char char="●"/>
              <a:defRPr sz="1000">
                <a:solidFill>
                  <a:schemeClr val="dk1"/>
                </a:solidFill>
              </a:defRPr>
            </a:lvl1pPr>
            <a:lvl2pPr indent="-292100" lvl="1" marL="914400" algn="l">
              <a:lnSpc>
                <a:spcPct val="100000"/>
              </a:lnSpc>
              <a:spcBef>
                <a:spcPts val="0"/>
              </a:spcBef>
              <a:spcAft>
                <a:spcPts val="0"/>
              </a:spcAft>
              <a:buClr>
                <a:schemeClr val="dk1"/>
              </a:buClr>
              <a:buSzPts val="1000"/>
              <a:buChar char="○"/>
              <a:defRPr sz="1000">
                <a:solidFill>
                  <a:schemeClr val="dk1"/>
                </a:solidFill>
              </a:defRPr>
            </a:lvl2pPr>
            <a:lvl3pPr indent="-292100" lvl="2" marL="1371600" algn="l">
              <a:lnSpc>
                <a:spcPct val="100000"/>
              </a:lnSpc>
              <a:spcBef>
                <a:spcPts val="0"/>
              </a:spcBef>
              <a:spcAft>
                <a:spcPts val="0"/>
              </a:spcAft>
              <a:buClr>
                <a:schemeClr val="dk1"/>
              </a:buClr>
              <a:buSzPts val="1000"/>
              <a:buChar char="■"/>
              <a:defRPr sz="1000">
                <a:solidFill>
                  <a:schemeClr val="dk1"/>
                </a:solidFill>
              </a:defRPr>
            </a:lvl3pPr>
            <a:lvl4pPr indent="-292100" lvl="3" marL="1828800" algn="l">
              <a:lnSpc>
                <a:spcPct val="100000"/>
              </a:lnSpc>
              <a:spcBef>
                <a:spcPts val="0"/>
              </a:spcBef>
              <a:spcAft>
                <a:spcPts val="0"/>
              </a:spcAft>
              <a:buClr>
                <a:schemeClr val="dk1"/>
              </a:buClr>
              <a:buSzPts val="1000"/>
              <a:buChar char="●"/>
              <a:defRPr sz="1000">
                <a:solidFill>
                  <a:schemeClr val="dk1"/>
                </a:solidFill>
              </a:defRPr>
            </a:lvl4pPr>
            <a:lvl5pPr indent="-292100" lvl="4" marL="2286000" algn="l">
              <a:lnSpc>
                <a:spcPct val="100000"/>
              </a:lnSpc>
              <a:spcBef>
                <a:spcPts val="0"/>
              </a:spcBef>
              <a:spcAft>
                <a:spcPts val="0"/>
              </a:spcAft>
              <a:buClr>
                <a:schemeClr val="dk1"/>
              </a:buClr>
              <a:buSzPts val="1000"/>
              <a:buChar char="○"/>
              <a:defRPr sz="1000">
                <a:solidFill>
                  <a:schemeClr val="dk1"/>
                </a:solidFill>
              </a:defRPr>
            </a:lvl5pPr>
            <a:lvl6pPr indent="-292100" lvl="5" marL="2743200" algn="l">
              <a:lnSpc>
                <a:spcPct val="100000"/>
              </a:lnSpc>
              <a:spcBef>
                <a:spcPts val="0"/>
              </a:spcBef>
              <a:spcAft>
                <a:spcPts val="0"/>
              </a:spcAft>
              <a:buClr>
                <a:schemeClr val="dk1"/>
              </a:buClr>
              <a:buSzPts val="1000"/>
              <a:buChar char="■"/>
              <a:defRPr sz="1000">
                <a:solidFill>
                  <a:schemeClr val="dk1"/>
                </a:solidFill>
              </a:defRPr>
            </a:lvl6pPr>
            <a:lvl7pPr indent="-292100" lvl="6" marL="3200400" algn="l">
              <a:lnSpc>
                <a:spcPct val="100000"/>
              </a:lnSpc>
              <a:spcBef>
                <a:spcPts val="0"/>
              </a:spcBef>
              <a:spcAft>
                <a:spcPts val="0"/>
              </a:spcAft>
              <a:buClr>
                <a:schemeClr val="dk1"/>
              </a:buClr>
              <a:buSzPts val="1000"/>
              <a:buChar char="●"/>
              <a:defRPr sz="1000">
                <a:solidFill>
                  <a:schemeClr val="dk1"/>
                </a:solidFill>
              </a:defRPr>
            </a:lvl7pPr>
            <a:lvl8pPr indent="-292100" lvl="7" marL="3657600" algn="l">
              <a:lnSpc>
                <a:spcPct val="100000"/>
              </a:lnSpc>
              <a:spcBef>
                <a:spcPts val="0"/>
              </a:spcBef>
              <a:spcAft>
                <a:spcPts val="0"/>
              </a:spcAft>
              <a:buClr>
                <a:schemeClr val="dk1"/>
              </a:buClr>
              <a:buSzPts val="1000"/>
              <a:buChar char="○"/>
              <a:defRPr sz="1000">
                <a:solidFill>
                  <a:schemeClr val="dk1"/>
                </a:solidFill>
              </a:defRPr>
            </a:lvl8pPr>
            <a:lvl9pPr indent="-292100" lvl="8" marL="4114800" algn="l">
              <a:lnSpc>
                <a:spcPct val="100000"/>
              </a:lnSpc>
              <a:spcBef>
                <a:spcPts val="0"/>
              </a:spcBef>
              <a:spcAft>
                <a:spcPts val="0"/>
              </a:spcAft>
              <a:buClr>
                <a:schemeClr val="dk1"/>
              </a:buClr>
              <a:buSzPts val="1000"/>
              <a:buChar char="■"/>
              <a:defRPr sz="1000">
                <a:solidFill>
                  <a:schemeClr val="dk1"/>
                </a:solidFill>
              </a:defRPr>
            </a:lvl9pPr>
          </a:lstStyle>
          <a:p/>
        </p:txBody>
      </p:sp>
      <p:sp>
        <p:nvSpPr>
          <p:cNvPr id="108" name="Google Shape;108;p15"/>
          <p:cNvSpPr txBox="1"/>
          <p:nvPr>
            <p:ph idx="2" type="body"/>
          </p:nvPr>
        </p:nvSpPr>
        <p:spPr>
          <a:xfrm>
            <a:off x="4782375" y="2636275"/>
            <a:ext cx="1175700" cy="204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09" name="Google Shape;109;p15"/>
          <p:cNvSpPr/>
          <p:nvPr>
            <p:ph idx="3" type="pic"/>
          </p:nvPr>
        </p:nvSpPr>
        <p:spPr>
          <a:xfrm>
            <a:off x="283850" y="0"/>
            <a:ext cx="4227000" cy="4683600"/>
          </a:xfrm>
          <a:prstGeom prst="roundRect">
            <a:avLst>
              <a:gd fmla="val 0" name="adj"/>
            </a:avLst>
          </a:prstGeom>
          <a:noFill/>
          <a:ln>
            <a:noFill/>
          </a:ln>
        </p:spPr>
      </p:sp>
      <p:sp>
        <p:nvSpPr>
          <p:cNvPr id="110" name="Google Shape;110;p15"/>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15"/>
          <p:cNvSpPr txBox="1"/>
          <p:nvPr>
            <p:ph idx="4"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12" name="Google Shape;112;p15"/>
          <p:cNvSpPr txBox="1"/>
          <p:nvPr>
            <p:ph idx="5"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13" name="Shape 113"/>
        <p:cNvGrpSpPr/>
        <p:nvPr/>
      </p:nvGrpSpPr>
      <p:grpSpPr>
        <a:xfrm>
          <a:off x="0" y="0"/>
          <a:ext cx="0" cy="0"/>
          <a:chOff x="0" y="0"/>
          <a:chExt cx="0" cy="0"/>
        </a:xfrm>
      </p:grpSpPr>
      <p:sp>
        <p:nvSpPr>
          <p:cNvPr id="114" name="Google Shape;114;p16"/>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6"/>
          <p:cNvSpPr txBox="1"/>
          <p:nvPr>
            <p:ph type="title"/>
          </p:nvPr>
        </p:nvSpPr>
        <p:spPr>
          <a:xfrm>
            <a:off x="283850" y="285900"/>
            <a:ext cx="4227300" cy="7515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1800"/>
              <a:buNone/>
              <a:defRPr sz="18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16" name="Google Shape;116;p16"/>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17" name="Google Shape;117;p16"/>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18" name="Google Shape;118;p16"/>
          <p:cNvSpPr txBox="1"/>
          <p:nvPr>
            <p:ph idx="1" type="body"/>
          </p:nvPr>
        </p:nvSpPr>
        <p:spPr>
          <a:xfrm>
            <a:off x="4632000" y="285900"/>
            <a:ext cx="4227300" cy="11547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15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15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15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15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15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15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15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15000"/>
              </a:lnSpc>
              <a:spcBef>
                <a:spcPts val="0"/>
              </a:spcBef>
              <a:spcAft>
                <a:spcPts val="0"/>
              </a:spcAft>
              <a:buClr>
                <a:schemeClr val="dk1"/>
              </a:buClr>
              <a:buSzPts val="1200"/>
              <a:buFont typeface="Inter"/>
              <a:buChar char="■"/>
              <a:defRPr>
                <a:solidFill>
                  <a:schemeClr val="dk1"/>
                </a:solidFill>
              </a:defRPr>
            </a:lvl9pPr>
          </a:lstStyle>
          <a:p/>
        </p:txBody>
      </p:sp>
      <p:sp>
        <p:nvSpPr>
          <p:cNvPr id="119" name="Google Shape;119;p16"/>
          <p:cNvSpPr txBox="1"/>
          <p:nvPr>
            <p:ph idx="4" type="subTitle"/>
          </p:nvPr>
        </p:nvSpPr>
        <p:spPr>
          <a:xfrm>
            <a:off x="288625"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0" name="Google Shape;120;p16"/>
          <p:cNvSpPr txBox="1"/>
          <p:nvPr>
            <p:ph idx="5" type="body"/>
          </p:nvPr>
        </p:nvSpPr>
        <p:spPr>
          <a:xfrm>
            <a:off x="288625" y="2891825"/>
            <a:ext cx="2050800" cy="15072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Char char="●"/>
              <a:defRPr sz="1000">
                <a:solidFill>
                  <a:schemeClr val="dk1"/>
                </a:solidFill>
              </a:defRPr>
            </a:lvl1pPr>
            <a:lvl2pPr indent="-292100" lvl="1" marL="914400" algn="l">
              <a:lnSpc>
                <a:spcPct val="115000"/>
              </a:lnSpc>
              <a:spcBef>
                <a:spcPts val="0"/>
              </a:spcBef>
              <a:spcAft>
                <a:spcPts val="0"/>
              </a:spcAft>
              <a:buClr>
                <a:schemeClr val="dk1"/>
              </a:buClr>
              <a:buSzPts val="1000"/>
              <a:buChar char="○"/>
              <a:defRPr sz="1000">
                <a:solidFill>
                  <a:schemeClr val="dk1"/>
                </a:solidFill>
              </a:defRPr>
            </a:lvl2pPr>
            <a:lvl3pPr indent="-292100" lvl="2" marL="1371600" algn="l">
              <a:lnSpc>
                <a:spcPct val="115000"/>
              </a:lnSpc>
              <a:spcBef>
                <a:spcPts val="0"/>
              </a:spcBef>
              <a:spcAft>
                <a:spcPts val="0"/>
              </a:spcAft>
              <a:buClr>
                <a:schemeClr val="dk1"/>
              </a:buClr>
              <a:buSzPts val="1000"/>
              <a:buChar char="■"/>
              <a:defRPr sz="1000">
                <a:solidFill>
                  <a:schemeClr val="dk1"/>
                </a:solidFill>
              </a:defRPr>
            </a:lvl3pPr>
            <a:lvl4pPr indent="-292100" lvl="3" marL="1828800" algn="l">
              <a:lnSpc>
                <a:spcPct val="115000"/>
              </a:lnSpc>
              <a:spcBef>
                <a:spcPts val="0"/>
              </a:spcBef>
              <a:spcAft>
                <a:spcPts val="0"/>
              </a:spcAft>
              <a:buClr>
                <a:schemeClr val="dk1"/>
              </a:buClr>
              <a:buSzPts val="1000"/>
              <a:buChar char="●"/>
              <a:defRPr sz="1000">
                <a:solidFill>
                  <a:schemeClr val="dk1"/>
                </a:solidFill>
              </a:defRPr>
            </a:lvl4pPr>
            <a:lvl5pPr indent="-292100" lvl="4" marL="2286000" algn="l">
              <a:lnSpc>
                <a:spcPct val="115000"/>
              </a:lnSpc>
              <a:spcBef>
                <a:spcPts val="0"/>
              </a:spcBef>
              <a:spcAft>
                <a:spcPts val="0"/>
              </a:spcAft>
              <a:buClr>
                <a:schemeClr val="dk1"/>
              </a:buClr>
              <a:buSzPts val="1000"/>
              <a:buChar char="○"/>
              <a:defRPr sz="1000">
                <a:solidFill>
                  <a:schemeClr val="dk1"/>
                </a:solidFill>
              </a:defRPr>
            </a:lvl5pPr>
            <a:lvl6pPr indent="-292100" lvl="5" marL="2743200" algn="l">
              <a:lnSpc>
                <a:spcPct val="115000"/>
              </a:lnSpc>
              <a:spcBef>
                <a:spcPts val="0"/>
              </a:spcBef>
              <a:spcAft>
                <a:spcPts val="0"/>
              </a:spcAft>
              <a:buClr>
                <a:schemeClr val="dk1"/>
              </a:buClr>
              <a:buSzPts val="1000"/>
              <a:buChar char="■"/>
              <a:defRPr sz="1000">
                <a:solidFill>
                  <a:schemeClr val="dk1"/>
                </a:solidFill>
              </a:defRPr>
            </a:lvl6pPr>
            <a:lvl7pPr indent="-292100" lvl="6" marL="3200400" algn="l">
              <a:lnSpc>
                <a:spcPct val="115000"/>
              </a:lnSpc>
              <a:spcBef>
                <a:spcPts val="0"/>
              </a:spcBef>
              <a:spcAft>
                <a:spcPts val="0"/>
              </a:spcAft>
              <a:buClr>
                <a:schemeClr val="dk1"/>
              </a:buClr>
              <a:buSzPts val="1000"/>
              <a:buChar char="●"/>
              <a:defRPr sz="1000">
                <a:solidFill>
                  <a:schemeClr val="dk1"/>
                </a:solidFill>
              </a:defRPr>
            </a:lvl7pPr>
            <a:lvl8pPr indent="-292100" lvl="7" marL="3657600" algn="l">
              <a:lnSpc>
                <a:spcPct val="115000"/>
              </a:lnSpc>
              <a:spcBef>
                <a:spcPts val="0"/>
              </a:spcBef>
              <a:spcAft>
                <a:spcPts val="0"/>
              </a:spcAft>
              <a:buClr>
                <a:schemeClr val="dk1"/>
              </a:buClr>
              <a:buSzPts val="1000"/>
              <a:buChar char="○"/>
              <a:defRPr sz="1000">
                <a:solidFill>
                  <a:schemeClr val="dk1"/>
                </a:solidFill>
              </a:defRPr>
            </a:lvl8pPr>
            <a:lvl9pPr indent="-292100" lvl="8" marL="4114800" algn="l">
              <a:lnSpc>
                <a:spcPct val="115000"/>
              </a:lnSpc>
              <a:spcBef>
                <a:spcPts val="0"/>
              </a:spcBef>
              <a:spcAft>
                <a:spcPts val="0"/>
              </a:spcAft>
              <a:buClr>
                <a:schemeClr val="dk1"/>
              </a:buClr>
              <a:buSzPts val="1000"/>
              <a:buChar char="■"/>
              <a:defRPr sz="1000">
                <a:solidFill>
                  <a:schemeClr val="dk1"/>
                </a:solidFill>
              </a:defRPr>
            </a:lvl9pPr>
          </a:lstStyle>
          <a:p/>
        </p:txBody>
      </p:sp>
      <p:sp>
        <p:nvSpPr>
          <p:cNvPr id="121" name="Google Shape;121;p16"/>
          <p:cNvSpPr txBox="1"/>
          <p:nvPr>
            <p:ph idx="6" type="subTitle"/>
          </p:nvPr>
        </p:nvSpPr>
        <p:spPr>
          <a:xfrm>
            <a:off x="2456700"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2" name="Google Shape;122;p16"/>
          <p:cNvSpPr txBox="1"/>
          <p:nvPr>
            <p:ph idx="7" type="body"/>
          </p:nvPr>
        </p:nvSpPr>
        <p:spPr>
          <a:xfrm>
            <a:off x="2456700" y="2891825"/>
            <a:ext cx="2050800" cy="150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23" name="Google Shape;123;p16"/>
          <p:cNvSpPr txBox="1"/>
          <p:nvPr>
            <p:ph idx="8" type="subTitle"/>
          </p:nvPr>
        </p:nvSpPr>
        <p:spPr>
          <a:xfrm>
            <a:off x="4629375"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4" name="Google Shape;124;p16"/>
          <p:cNvSpPr txBox="1"/>
          <p:nvPr>
            <p:ph idx="9" type="body"/>
          </p:nvPr>
        </p:nvSpPr>
        <p:spPr>
          <a:xfrm>
            <a:off x="4629375" y="2891825"/>
            <a:ext cx="2050800" cy="150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13" type="subTitle"/>
          </p:nvPr>
        </p:nvSpPr>
        <p:spPr>
          <a:xfrm>
            <a:off x="6802050" y="1922875"/>
            <a:ext cx="2050800" cy="537600"/>
          </a:xfrm>
          <a:prstGeom prst="rect">
            <a:avLst/>
          </a:prstGeom>
          <a:noFill/>
          <a:ln>
            <a:noFill/>
          </a:ln>
        </p:spPr>
        <p:txBody>
          <a:bodyPr anchorCtr="0" anchor="b" bIns="0" lIns="0" spcFirstLastPara="1" rIns="0" wrap="square" tIns="0">
            <a:noAutofit/>
          </a:bodyPr>
          <a:lstStyle>
            <a:lvl1pPr lvl="0" algn="l">
              <a:lnSpc>
                <a:spcPct val="70000"/>
              </a:lnSpc>
              <a:spcBef>
                <a:spcPts val="0"/>
              </a:spcBef>
              <a:spcAft>
                <a:spcPts val="0"/>
              </a:spcAft>
              <a:buSzPts val="1200"/>
              <a:buNone/>
              <a:defRPr sz="3600">
                <a:solidFill>
                  <a:schemeClr val="dk1"/>
                </a:solidFill>
              </a:defRPr>
            </a:lvl1pPr>
            <a:lvl2pPr lvl="1"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26" name="Google Shape;126;p16"/>
          <p:cNvSpPr txBox="1"/>
          <p:nvPr>
            <p:ph idx="14" type="body"/>
          </p:nvPr>
        </p:nvSpPr>
        <p:spPr>
          <a:xfrm>
            <a:off x="6802050" y="2891825"/>
            <a:ext cx="2050800" cy="1507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7" name="Shape 127"/>
        <p:cNvGrpSpPr/>
        <p:nvPr/>
      </p:nvGrpSpPr>
      <p:grpSpPr>
        <a:xfrm>
          <a:off x="0" y="0"/>
          <a:ext cx="0" cy="0"/>
          <a:chOff x="0" y="0"/>
          <a:chExt cx="0" cy="0"/>
        </a:xfrm>
      </p:grpSpPr>
      <p:sp>
        <p:nvSpPr>
          <p:cNvPr id="128" name="Google Shape;128;p17"/>
          <p:cNvSpPr txBox="1"/>
          <p:nvPr>
            <p:ph idx="1" type="subTitle"/>
          </p:nvPr>
        </p:nvSpPr>
        <p:spPr>
          <a:xfrm>
            <a:off x="288625" y="2636275"/>
            <a:ext cx="1005000" cy="972000"/>
          </a:xfrm>
          <a:prstGeom prst="rect">
            <a:avLst/>
          </a:prstGeom>
          <a:noFill/>
          <a:ln>
            <a:noFill/>
          </a:ln>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9" name="Google Shape;129;p17"/>
          <p:cNvSpPr txBox="1"/>
          <p:nvPr>
            <p:ph idx="2" type="subTitle"/>
          </p:nvPr>
        </p:nvSpPr>
        <p:spPr>
          <a:xfrm>
            <a:off x="288625" y="37169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0" name="Google Shape;130;p17"/>
          <p:cNvSpPr txBox="1"/>
          <p:nvPr>
            <p:ph idx="3" type="subTitle"/>
          </p:nvPr>
        </p:nvSpPr>
        <p:spPr>
          <a:xfrm>
            <a:off x="288625" y="15555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1" name="Google Shape;131;p17"/>
          <p:cNvSpPr txBox="1"/>
          <p:nvPr>
            <p:ph idx="4" type="body"/>
          </p:nvPr>
        </p:nvSpPr>
        <p:spPr>
          <a:xfrm>
            <a:off x="6091950" y="2635425"/>
            <a:ext cx="2764800" cy="972000"/>
          </a:xfrm>
          <a:prstGeom prst="rect">
            <a:avLst/>
          </a:prstGeom>
          <a:noFill/>
          <a:ln>
            <a:noFill/>
          </a:ln>
        </p:spPr>
        <p:txBody>
          <a:bodyPr anchorCtr="0" anchor="ctr"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32" name="Google Shape;132;p17"/>
          <p:cNvSpPr txBox="1"/>
          <p:nvPr>
            <p:ph idx="5" type="body"/>
          </p:nvPr>
        </p:nvSpPr>
        <p:spPr>
          <a:xfrm>
            <a:off x="6091950" y="3706763"/>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33" name="Google Shape;133;p17"/>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17"/>
          <p:cNvSpPr txBox="1"/>
          <p:nvPr>
            <p:ph type="title"/>
          </p:nvPr>
        </p:nvSpPr>
        <p:spPr>
          <a:xfrm>
            <a:off x="283850" y="285900"/>
            <a:ext cx="56742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35" name="Google Shape;135;p17"/>
          <p:cNvSpPr txBox="1"/>
          <p:nvPr>
            <p:ph idx="6" type="body"/>
          </p:nvPr>
        </p:nvSpPr>
        <p:spPr>
          <a:xfrm>
            <a:off x="6091950" y="1553875"/>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36" name="Google Shape;136;p17"/>
          <p:cNvSpPr txBox="1"/>
          <p:nvPr>
            <p:ph idx="7"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37" name="Google Shape;137;p17"/>
          <p:cNvSpPr txBox="1"/>
          <p:nvPr>
            <p:ph idx="8"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38" name="Google Shape;138;p17"/>
          <p:cNvSpPr txBox="1"/>
          <p:nvPr>
            <p:ph idx="9" type="subTitle"/>
          </p:nvPr>
        </p:nvSpPr>
        <p:spPr>
          <a:xfrm>
            <a:off x="1648600" y="2636275"/>
            <a:ext cx="4095900" cy="972000"/>
          </a:xfrm>
          <a:prstGeom prst="rect">
            <a:avLst/>
          </a:prstGeom>
          <a:noFill/>
          <a:ln>
            <a:noFill/>
          </a:ln>
        </p:spPr>
        <p:txBody>
          <a:bodyPr anchorCtr="0" anchor="ctr" bIns="0" lIns="0" spcFirstLastPara="1" rIns="0" wrap="square" tIns="0">
            <a:normAutofit/>
          </a:bodyPr>
          <a:lstStyle>
            <a:lvl1pPr lvl="0" algn="l">
              <a:lnSpc>
                <a:spcPct val="115000"/>
              </a:lnSpc>
              <a:spcBef>
                <a:spcPts val="0"/>
              </a:spcBef>
              <a:spcAft>
                <a:spcPts val="0"/>
              </a:spcAft>
              <a:buClr>
                <a:schemeClr val="accent4"/>
              </a:buClr>
              <a:buSzPts val="3600"/>
              <a:buFont typeface="Inter"/>
              <a:buNone/>
              <a:defRPr sz="3600">
                <a:solidFill>
                  <a:schemeClr val="accent4"/>
                </a:solidFill>
              </a:defRPr>
            </a:lvl1pPr>
            <a:lvl2pPr lvl="1"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lgn="l">
              <a:lnSpc>
                <a:spcPct val="115000"/>
              </a:lnSpc>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9" name="Google Shape;139;p17"/>
          <p:cNvSpPr txBox="1"/>
          <p:nvPr>
            <p:ph idx="13" type="subTitle"/>
          </p:nvPr>
        </p:nvSpPr>
        <p:spPr>
          <a:xfrm>
            <a:off x="1648600" y="1552438"/>
            <a:ext cx="4095900" cy="972000"/>
          </a:xfrm>
          <a:prstGeom prst="rect">
            <a:avLst/>
          </a:prstGeom>
          <a:noFill/>
          <a:ln>
            <a:noFill/>
          </a:ln>
        </p:spPr>
        <p:txBody>
          <a:bodyPr anchorCtr="0" anchor="ctr" bIns="0" lIns="0" spcFirstLastPara="1" rIns="0" wrap="square" tIns="0">
            <a:normAutofit/>
          </a:bodyPr>
          <a:lstStyle>
            <a:lvl1pPr lvl="0" algn="l">
              <a:lnSpc>
                <a:spcPct val="115000"/>
              </a:lnSpc>
              <a:spcBef>
                <a:spcPts val="0"/>
              </a:spcBef>
              <a:spcAft>
                <a:spcPts val="0"/>
              </a:spcAft>
              <a:buClr>
                <a:schemeClr val="accent1"/>
              </a:buClr>
              <a:buSzPts val="3600"/>
              <a:buFont typeface="Inter"/>
              <a:buNone/>
              <a:defRPr sz="3600">
                <a:solidFill>
                  <a:schemeClr val="accent1"/>
                </a:solidFill>
              </a:defRPr>
            </a:lvl1pPr>
            <a:lvl2pPr lvl="1"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40" name="Google Shape;140;p17"/>
          <p:cNvSpPr txBox="1"/>
          <p:nvPr>
            <p:ph idx="14" type="subTitle"/>
          </p:nvPr>
        </p:nvSpPr>
        <p:spPr>
          <a:xfrm>
            <a:off x="1648600" y="3707613"/>
            <a:ext cx="4095900" cy="972000"/>
          </a:xfrm>
          <a:prstGeom prst="rect">
            <a:avLst/>
          </a:prstGeom>
          <a:noFill/>
          <a:ln>
            <a:noFill/>
          </a:ln>
        </p:spPr>
        <p:txBody>
          <a:bodyPr anchorCtr="0" anchor="ctr" bIns="0" lIns="0" spcFirstLastPara="1" rIns="0" wrap="square" tIns="0">
            <a:normAutofit/>
          </a:bodyPr>
          <a:lstStyle>
            <a:lvl1pPr lvl="0" algn="l">
              <a:lnSpc>
                <a:spcPct val="115000"/>
              </a:lnSpc>
              <a:spcBef>
                <a:spcPts val="0"/>
              </a:spcBef>
              <a:spcAft>
                <a:spcPts val="0"/>
              </a:spcAft>
              <a:buClr>
                <a:schemeClr val="accent5"/>
              </a:buClr>
              <a:buSzPts val="3600"/>
              <a:buFont typeface="Inter"/>
              <a:buNone/>
              <a:defRPr sz="3600">
                <a:solidFill>
                  <a:schemeClr val="accent5"/>
                </a:solidFill>
              </a:defRPr>
            </a:lvl1pPr>
            <a:lvl2pPr lvl="1"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lgn="l">
              <a:lnSpc>
                <a:spcPct val="115000"/>
              </a:lnSpc>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41" name="Shape 141"/>
        <p:cNvGrpSpPr/>
        <p:nvPr/>
      </p:nvGrpSpPr>
      <p:grpSpPr>
        <a:xfrm>
          <a:off x="0" y="0"/>
          <a:ext cx="0" cy="0"/>
          <a:chOff x="0" y="0"/>
          <a:chExt cx="0" cy="0"/>
        </a:xfrm>
      </p:grpSpPr>
      <p:sp>
        <p:nvSpPr>
          <p:cNvPr id="142" name="Google Shape;142;p18"/>
          <p:cNvSpPr txBox="1"/>
          <p:nvPr>
            <p:ph idx="1" type="subTitle"/>
          </p:nvPr>
        </p:nvSpPr>
        <p:spPr>
          <a:xfrm>
            <a:off x="3185700" y="37169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43" name="Google Shape;143;p18"/>
          <p:cNvSpPr txBox="1"/>
          <p:nvPr>
            <p:ph idx="2" type="subTitle"/>
          </p:nvPr>
        </p:nvSpPr>
        <p:spPr>
          <a:xfrm>
            <a:off x="1736388" y="26362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44" name="Google Shape;144;p18"/>
          <p:cNvSpPr txBox="1"/>
          <p:nvPr>
            <p:ph idx="3" type="subTitle"/>
          </p:nvPr>
        </p:nvSpPr>
        <p:spPr>
          <a:xfrm>
            <a:off x="288625" y="1555575"/>
            <a:ext cx="1005000" cy="9720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45" name="Google Shape;145;p18"/>
          <p:cNvSpPr txBox="1"/>
          <p:nvPr>
            <p:ph idx="4" type="body"/>
          </p:nvPr>
        </p:nvSpPr>
        <p:spPr>
          <a:xfrm>
            <a:off x="3187500" y="2635425"/>
            <a:ext cx="4227000" cy="972000"/>
          </a:xfrm>
          <a:prstGeom prst="rect">
            <a:avLst/>
          </a:prstGeom>
          <a:noFill/>
          <a:ln>
            <a:noFill/>
          </a:ln>
        </p:spPr>
        <p:txBody>
          <a:bodyPr anchorCtr="0" anchor="ctr" bIns="0" lIns="0" spcFirstLastPara="1" rIns="0" wrap="square" tIns="0">
            <a:noAutofit/>
          </a:bodyPr>
          <a:lstStyle>
            <a:lvl1pPr indent="-304800" lvl="0" marL="457200" algn="l">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46" name="Google Shape;146;p18"/>
          <p:cNvSpPr txBox="1"/>
          <p:nvPr>
            <p:ph idx="5" type="body"/>
          </p:nvPr>
        </p:nvSpPr>
        <p:spPr>
          <a:xfrm>
            <a:off x="4629750" y="3706771"/>
            <a:ext cx="4227000" cy="972000"/>
          </a:xfrm>
          <a:prstGeom prst="rect">
            <a:avLst/>
          </a:prstGeom>
          <a:noFill/>
          <a:ln>
            <a:noFill/>
          </a:ln>
        </p:spPr>
        <p:txBody>
          <a:bodyPr anchorCtr="0" anchor="ctr" bIns="0" lIns="0" spcFirstLastPara="1" rIns="0" wrap="square" tIns="0">
            <a:noAutofit/>
          </a:bodyPr>
          <a:lstStyle>
            <a:lvl1pPr indent="-304800" lvl="0" marL="457200" algn="l">
              <a:lnSpc>
                <a:spcPct val="115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15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15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15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15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15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15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15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15000"/>
              </a:lnSpc>
              <a:spcBef>
                <a:spcPts val="0"/>
              </a:spcBef>
              <a:spcAft>
                <a:spcPts val="0"/>
              </a:spcAft>
              <a:buClr>
                <a:schemeClr val="dk1"/>
              </a:buClr>
              <a:buSzPts val="1200"/>
              <a:buFont typeface="Inter"/>
              <a:buChar char="■"/>
              <a:defRPr>
                <a:solidFill>
                  <a:schemeClr val="dk1"/>
                </a:solidFill>
              </a:defRPr>
            </a:lvl9pPr>
          </a:lstStyle>
          <a:p/>
        </p:txBody>
      </p:sp>
      <p:sp>
        <p:nvSpPr>
          <p:cNvPr id="147" name="Google Shape;147;p18"/>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18"/>
          <p:cNvSpPr txBox="1"/>
          <p:nvPr>
            <p:ph type="title"/>
          </p:nvPr>
        </p:nvSpPr>
        <p:spPr>
          <a:xfrm>
            <a:off x="283850" y="285900"/>
            <a:ext cx="56742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49" name="Google Shape;149;p18"/>
          <p:cNvSpPr txBox="1"/>
          <p:nvPr>
            <p:ph idx="6" type="body"/>
          </p:nvPr>
        </p:nvSpPr>
        <p:spPr>
          <a:xfrm>
            <a:off x="1736400" y="1553875"/>
            <a:ext cx="4227000" cy="972000"/>
          </a:xfrm>
          <a:prstGeom prst="rect">
            <a:avLst/>
          </a:prstGeom>
          <a:noFill/>
          <a:ln>
            <a:noFill/>
          </a:ln>
        </p:spPr>
        <p:txBody>
          <a:bodyPr anchorCtr="0" anchor="t" bIns="0" lIns="0" spcFirstLastPara="1" rIns="0" wrap="square" tIns="0">
            <a:noAutofit/>
          </a:bodyPr>
          <a:lstStyle>
            <a:lvl1pPr indent="-304800" lvl="0" marL="457200" algn="l">
              <a:lnSpc>
                <a:spcPct val="115000"/>
              </a:lnSpc>
              <a:spcBef>
                <a:spcPts val="0"/>
              </a:spcBef>
              <a:spcAft>
                <a:spcPts val="0"/>
              </a:spcAft>
              <a:buClr>
                <a:schemeClr val="dk1"/>
              </a:buClr>
              <a:buSzPts val="1200"/>
              <a:buFont typeface="Inter"/>
              <a:buChar char="●"/>
              <a:defRPr>
                <a:solidFill>
                  <a:schemeClr val="dk1"/>
                </a:solidFill>
              </a:defRPr>
            </a:lvl1pPr>
            <a:lvl2pPr indent="-304800" lvl="1" marL="914400" algn="l">
              <a:lnSpc>
                <a:spcPct val="115000"/>
              </a:lnSpc>
              <a:spcBef>
                <a:spcPts val="0"/>
              </a:spcBef>
              <a:spcAft>
                <a:spcPts val="0"/>
              </a:spcAft>
              <a:buClr>
                <a:schemeClr val="dk1"/>
              </a:buClr>
              <a:buSzPts val="1200"/>
              <a:buFont typeface="Inter"/>
              <a:buChar char="○"/>
              <a:defRPr>
                <a:solidFill>
                  <a:schemeClr val="dk1"/>
                </a:solidFill>
              </a:defRPr>
            </a:lvl2pPr>
            <a:lvl3pPr indent="-304800" lvl="2" marL="1371600" algn="l">
              <a:lnSpc>
                <a:spcPct val="115000"/>
              </a:lnSpc>
              <a:spcBef>
                <a:spcPts val="0"/>
              </a:spcBef>
              <a:spcAft>
                <a:spcPts val="0"/>
              </a:spcAft>
              <a:buClr>
                <a:schemeClr val="dk1"/>
              </a:buClr>
              <a:buSzPts val="1200"/>
              <a:buFont typeface="Inter"/>
              <a:buChar char="■"/>
              <a:defRPr>
                <a:solidFill>
                  <a:schemeClr val="dk1"/>
                </a:solidFill>
              </a:defRPr>
            </a:lvl3pPr>
            <a:lvl4pPr indent="-304800" lvl="3" marL="1828800" algn="l">
              <a:lnSpc>
                <a:spcPct val="115000"/>
              </a:lnSpc>
              <a:spcBef>
                <a:spcPts val="0"/>
              </a:spcBef>
              <a:spcAft>
                <a:spcPts val="0"/>
              </a:spcAft>
              <a:buClr>
                <a:schemeClr val="dk1"/>
              </a:buClr>
              <a:buSzPts val="1200"/>
              <a:buFont typeface="Inter"/>
              <a:buChar char="●"/>
              <a:defRPr>
                <a:solidFill>
                  <a:schemeClr val="dk1"/>
                </a:solidFill>
              </a:defRPr>
            </a:lvl4pPr>
            <a:lvl5pPr indent="-304800" lvl="4" marL="2286000" algn="l">
              <a:lnSpc>
                <a:spcPct val="115000"/>
              </a:lnSpc>
              <a:spcBef>
                <a:spcPts val="0"/>
              </a:spcBef>
              <a:spcAft>
                <a:spcPts val="0"/>
              </a:spcAft>
              <a:buClr>
                <a:schemeClr val="dk1"/>
              </a:buClr>
              <a:buSzPts val="1200"/>
              <a:buFont typeface="Inter"/>
              <a:buChar char="○"/>
              <a:defRPr>
                <a:solidFill>
                  <a:schemeClr val="dk1"/>
                </a:solidFill>
              </a:defRPr>
            </a:lvl5pPr>
            <a:lvl6pPr indent="-304800" lvl="5" marL="2743200" algn="l">
              <a:lnSpc>
                <a:spcPct val="115000"/>
              </a:lnSpc>
              <a:spcBef>
                <a:spcPts val="0"/>
              </a:spcBef>
              <a:spcAft>
                <a:spcPts val="0"/>
              </a:spcAft>
              <a:buClr>
                <a:schemeClr val="dk1"/>
              </a:buClr>
              <a:buSzPts val="1200"/>
              <a:buFont typeface="Inter"/>
              <a:buChar char="■"/>
              <a:defRPr>
                <a:solidFill>
                  <a:schemeClr val="dk1"/>
                </a:solidFill>
              </a:defRPr>
            </a:lvl6pPr>
            <a:lvl7pPr indent="-304800" lvl="6" marL="3200400" algn="l">
              <a:lnSpc>
                <a:spcPct val="115000"/>
              </a:lnSpc>
              <a:spcBef>
                <a:spcPts val="0"/>
              </a:spcBef>
              <a:spcAft>
                <a:spcPts val="0"/>
              </a:spcAft>
              <a:buClr>
                <a:schemeClr val="dk1"/>
              </a:buClr>
              <a:buSzPts val="1200"/>
              <a:buFont typeface="Inter"/>
              <a:buChar char="●"/>
              <a:defRPr>
                <a:solidFill>
                  <a:schemeClr val="dk1"/>
                </a:solidFill>
              </a:defRPr>
            </a:lvl7pPr>
            <a:lvl8pPr indent="-304800" lvl="7" marL="3657600" algn="l">
              <a:lnSpc>
                <a:spcPct val="115000"/>
              </a:lnSpc>
              <a:spcBef>
                <a:spcPts val="0"/>
              </a:spcBef>
              <a:spcAft>
                <a:spcPts val="0"/>
              </a:spcAft>
              <a:buClr>
                <a:schemeClr val="dk1"/>
              </a:buClr>
              <a:buSzPts val="1200"/>
              <a:buFont typeface="Inter"/>
              <a:buChar char="○"/>
              <a:defRPr>
                <a:solidFill>
                  <a:schemeClr val="dk1"/>
                </a:solidFill>
              </a:defRPr>
            </a:lvl8pPr>
            <a:lvl9pPr indent="-304800" lvl="8" marL="4114800" algn="l">
              <a:lnSpc>
                <a:spcPct val="115000"/>
              </a:lnSpc>
              <a:spcBef>
                <a:spcPts val="0"/>
              </a:spcBef>
              <a:spcAft>
                <a:spcPts val="0"/>
              </a:spcAft>
              <a:buClr>
                <a:schemeClr val="dk1"/>
              </a:buClr>
              <a:buSzPts val="1200"/>
              <a:buFont typeface="Inter"/>
              <a:buChar char="■"/>
              <a:defRPr>
                <a:solidFill>
                  <a:schemeClr val="dk1"/>
                </a:solidFill>
              </a:defRPr>
            </a:lvl9pPr>
          </a:lstStyle>
          <a:p/>
        </p:txBody>
      </p:sp>
      <p:sp>
        <p:nvSpPr>
          <p:cNvPr id="150" name="Google Shape;150;p18"/>
          <p:cNvSpPr txBox="1"/>
          <p:nvPr>
            <p:ph idx="7"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51" name="Google Shape;151;p18"/>
          <p:cNvSpPr txBox="1"/>
          <p:nvPr>
            <p:ph idx="8"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52" name="Shape 152"/>
        <p:cNvGrpSpPr/>
        <p:nvPr/>
      </p:nvGrpSpPr>
      <p:grpSpPr>
        <a:xfrm>
          <a:off x="0" y="0"/>
          <a:ext cx="0" cy="0"/>
          <a:chOff x="0" y="0"/>
          <a:chExt cx="0" cy="0"/>
        </a:xfrm>
      </p:grpSpPr>
      <p:sp>
        <p:nvSpPr>
          <p:cNvPr id="153" name="Google Shape;153;p19"/>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19"/>
          <p:cNvSpPr txBox="1"/>
          <p:nvPr>
            <p:ph type="title"/>
          </p:nvPr>
        </p:nvSpPr>
        <p:spPr>
          <a:xfrm>
            <a:off x="283850" y="285900"/>
            <a:ext cx="5674200" cy="22353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lvl1pPr>
            <a:lvl2pPr lvl="1" algn="l">
              <a:lnSpc>
                <a:spcPct val="85000"/>
              </a:lnSpc>
              <a:spcBef>
                <a:spcPts val="0"/>
              </a:spcBef>
              <a:spcAft>
                <a:spcPts val="0"/>
              </a:spcAft>
              <a:buSzPts val="3600"/>
              <a:buNone/>
              <a:defRPr sz="3600"/>
            </a:lvl2pPr>
            <a:lvl3pPr lvl="2" algn="l">
              <a:lnSpc>
                <a:spcPct val="85000"/>
              </a:lnSpc>
              <a:spcBef>
                <a:spcPts val="0"/>
              </a:spcBef>
              <a:spcAft>
                <a:spcPts val="0"/>
              </a:spcAft>
              <a:buSzPts val="3600"/>
              <a:buNone/>
              <a:defRPr sz="3600"/>
            </a:lvl3pPr>
            <a:lvl4pPr lvl="3" algn="l">
              <a:lnSpc>
                <a:spcPct val="85000"/>
              </a:lnSpc>
              <a:spcBef>
                <a:spcPts val="0"/>
              </a:spcBef>
              <a:spcAft>
                <a:spcPts val="0"/>
              </a:spcAft>
              <a:buSzPts val="3600"/>
              <a:buNone/>
              <a:defRPr sz="3600"/>
            </a:lvl4pPr>
            <a:lvl5pPr lvl="4" algn="l">
              <a:lnSpc>
                <a:spcPct val="85000"/>
              </a:lnSpc>
              <a:spcBef>
                <a:spcPts val="0"/>
              </a:spcBef>
              <a:spcAft>
                <a:spcPts val="0"/>
              </a:spcAft>
              <a:buSzPts val="3600"/>
              <a:buNone/>
              <a:defRPr sz="3600"/>
            </a:lvl5pPr>
            <a:lvl6pPr lvl="5" algn="l">
              <a:lnSpc>
                <a:spcPct val="85000"/>
              </a:lnSpc>
              <a:spcBef>
                <a:spcPts val="0"/>
              </a:spcBef>
              <a:spcAft>
                <a:spcPts val="0"/>
              </a:spcAft>
              <a:buSzPts val="3600"/>
              <a:buNone/>
              <a:defRPr sz="3600"/>
            </a:lvl6pPr>
            <a:lvl7pPr lvl="6" algn="l">
              <a:lnSpc>
                <a:spcPct val="85000"/>
              </a:lnSpc>
              <a:spcBef>
                <a:spcPts val="0"/>
              </a:spcBef>
              <a:spcAft>
                <a:spcPts val="0"/>
              </a:spcAft>
              <a:buSzPts val="3600"/>
              <a:buNone/>
              <a:defRPr sz="3600"/>
            </a:lvl7pPr>
            <a:lvl8pPr lvl="7" algn="l">
              <a:lnSpc>
                <a:spcPct val="85000"/>
              </a:lnSpc>
              <a:spcBef>
                <a:spcPts val="0"/>
              </a:spcBef>
              <a:spcAft>
                <a:spcPts val="0"/>
              </a:spcAft>
              <a:buSzPts val="3600"/>
              <a:buNone/>
              <a:defRPr sz="3600"/>
            </a:lvl8pPr>
            <a:lvl9pPr lvl="8" algn="l">
              <a:lnSpc>
                <a:spcPct val="85000"/>
              </a:lnSpc>
              <a:spcBef>
                <a:spcPts val="0"/>
              </a:spcBef>
              <a:spcAft>
                <a:spcPts val="0"/>
              </a:spcAft>
              <a:buSzPts val="3600"/>
              <a:buNone/>
              <a:defRPr sz="3600"/>
            </a:lvl9pPr>
          </a:lstStyle>
          <a:p/>
        </p:txBody>
      </p:sp>
      <p:sp>
        <p:nvSpPr>
          <p:cNvPr id="155" name="Google Shape;155;p19"/>
          <p:cNvSpPr txBox="1"/>
          <p:nvPr>
            <p:ph idx="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56" name="Google Shape;156;p19"/>
          <p:cNvSpPr txBox="1"/>
          <p:nvPr>
            <p:ph idx="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57" name="Google Shape;157;p19"/>
          <p:cNvSpPr txBox="1"/>
          <p:nvPr>
            <p:ph idx="1" type="body"/>
          </p:nvPr>
        </p:nvSpPr>
        <p:spPr>
          <a:xfrm>
            <a:off x="2456850" y="3716975"/>
            <a:ext cx="2055000" cy="728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58" name="Google Shape;158;p19"/>
          <p:cNvSpPr txBox="1"/>
          <p:nvPr>
            <p:ph idx="4" type="body"/>
          </p:nvPr>
        </p:nvSpPr>
        <p:spPr>
          <a:xfrm>
            <a:off x="4629750" y="3716975"/>
            <a:ext cx="2055000" cy="728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59" name="Google Shape;159;p19"/>
          <p:cNvSpPr txBox="1"/>
          <p:nvPr>
            <p:ph idx="5" type="body"/>
          </p:nvPr>
        </p:nvSpPr>
        <p:spPr>
          <a:xfrm>
            <a:off x="6802050" y="3716975"/>
            <a:ext cx="2054700" cy="728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60" name="Shape 160"/>
        <p:cNvGrpSpPr/>
        <p:nvPr/>
      </p:nvGrpSpPr>
      <p:grpSpPr>
        <a:xfrm>
          <a:off x="0" y="0"/>
          <a:ext cx="0" cy="0"/>
          <a:chOff x="0" y="0"/>
          <a:chExt cx="0" cy="0"/>
        </a:xfrm>
      </p:grpSpPr>
      <p:sp>
        <p:nvSpPr>
          <p:cNvPr id="161" name="Google Shape;161;p20"/>
          <p:cNvSpPr txBox="1"/>
          <p:nvPr>
            <p:ph idx="1" type="body"/>
          </p:nvPr>
        </p:nvSpPr>
        <p:spPr>
          <a:xfrm>
            <a:off x="6091950" y="1553875"/>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62" name="Google Shape;162;p20"/>
          <p:cNvSpPr txBox="1"/>
          <p:nvPr>
            <p:ph idx="2" type="body"/>
          </p:nvPr>
        </p:nvSpPr>
        <p:spPr>
          <a:xfrm>
            <a:off x="6091950" y="2635425"/>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63" name="Google Shape;163;p20"/>
          <p:cNvSpPr txBox="1"/>
          <p:nvPr>
            <p:ph idx="3" type="body"/>
          </p:nvPr>
        </p:nvSpPr>
        <p:spPr>
          <a:xfrm>
            <a:off x="6091950" y="3706763"/>
            <a:ext cx="2764800" cy="972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Inter"/>
              <a:buChar char="●"/>
              <a:defRPr sz="1000"/>
            </a:lvl1pPr>
            <a:lvl2pPr indent="-292100" lvl="1" marL="914400" algn="l">
              <a:lnSpc>
                <a:spcPct val="115000"/>
              </a:lnSpc>
              <a:spcBef>
                <a:spcPts val="0"/>
              </a:spcBef>
              <a:spcAft>
                <a:spcPts val="0"/>
              </a:spcAft>
              <a:buClr>
                <a:schemeClr val="lt1"/>
              </a:buClr>
              <a:buSzPts val="1000"/>
              <a:buFont typeface="Inter"/>
              <a:buChar char="○"/>
              <a:defRPr sz="1000"/>
            </a:lvl2pPr>
            <a:lvl3pPr indent="-292100" lvl="2" marL="1371600" algn="l">
              <a:lnSpc>
                <a:spcPct val="115000"/>
              </a:lnSpc>
              <a:spcBef>
                <a:spcPts val="0"/>
              </a:spcBef>
              <a:spcAft>
                <a:spcPts val="0"/>
              </a:spcAft>
              <a:buClr>
                <a:schemeClr val="lt1"/>
              </a:buClr>
              <a:buSzPts val="1000"/>
              <a:buFont typeface="Inter"/>
              <a:buChar char="■"/>
              <a:defRPr sz="1000"/>
            </a:lvl3pPr>
            <a:lvl4pPr indent="-292100" lvl="3" marL="1828800" algn="l">
              <a:lnSpc>
                <a:spcPct val="115000"/>
              </a:lnSpc>
              <a:spcBef>
                <a:spcPts val="0"/>
              </a:spcBef>
              <a:spcAft>
                <a:spcPts val="0"/>
              </a:spcAft>
              <a:buClr>
                <a:schemeClr val="lt1"/>
              </a:buClr>
              <a:buSzPts val="1000"/>
              <a:buFont typeface="Inter"/>
              <a:buChar char="●"/>
              <a:defRPr sz="1000"/>
            </a:lvl4pPr>
            <a:lvl5pPr indent="-292100" lvl="4" marL="2286000" algn="l">
              <a:lnSpc>
                <a:spcPct val="115000"/>
              </a:lnSpc>
              <a:spcBef>
                <a:spcPts val="0"/>
              </a:spcBef>
              <a:spcAft>
                <a:spcPts val="0"/>
              </a:spcAft>
              <a:buClr>
                <a:schemeClr val="lt1"/>
              </a:buClr>
              <a:buSzPts val="1000"/>
              <a:buFont typeface="Inter"/>
              <a:buChar char="○"/>
              <a:defRPr sz="1000"/>
            </a:lvl5pPr>
            <a:lvl6pPr indent="-292100" lvl="5" marL="2743200" algn="l">
              <a:lnSpc>
                <a:spcPct val="115000"/>
              </a:lnSpc>
              <a:spcBef>
                <a:spcPts val="0"/>
              </a:spcBef>
              <a:spcAft>
                <a:spcPts val="0"/>
              </a:spcAft>
              <a:buClr>
                <a:schemeClr val="lt1"/>
              </a:buClr>
              <a:buSzPts val="1000"/>
              <a:buFont typeface="Inter"/>
              <a:buChar char="■"/>
              <a:defRPr sz="1000"/>
            </a:lvl6pPr>
            <a:lvl7pPr indent="-292100" lvl="6" marL="3200400" algn="l">
              <a:lnSpc>
                <a:spcPct val="115000"/>
              </a:lnSpc>
              <a:spcBef>
                <a:spcPts val="0"/>
              </a:spcBef>
              <a:spcAft>
                <a:spcPts val="0"/>
              </a:spcAft>
              <a:buClr>
                <a:schemeClr val="lt1"/>
              </a:buClr>
              <a:buSzPts val="1000"/>
              <a:buFont typeface="Inter"/>
              <a:buChar char="●"/>
              <a:defRPr sz="1000"/>
            </a:lvl7pPr>
            <a:lvl8pPr indent="-292100" lvl="7" marL="3657600" algn="l">
              <a:lnSpc>
                <a:spcPct val="115000"/>
              </a:lnSpc>
              <a:spcBef>
                <a:spcPts val="0"/>
              </a:spcBef>
              <a:spcAft>
                <a:spcPts val="0"/>
              </a:spcAft>
              <a:buClr>
                <a:schemeClr val="lt1"/>
              </a:buClr>
              <a:buSzPts val="1000"/>
              <a:buFont typeface="Inter"/>
              <a:buChar char="○"/>
              <a:defRPr sz="1000"/>
            </a:lvl8pPr>
            <a:lvl9pPr indent="-292100" lvl="8" marL="4114800" algn="l">
              <a:lnSpc>
                <a:spcPct val="115000"/>
              </a:lnSpc>
              <a:spcBef>
                <a:spcPts val="0"/>
              </a:spcBef>
              <a:spcAft>
                <a:spcPts val="0"/>
              </a:spcAft>
              <a:buClr>
                <a:schemeClr val="lt1"/>
              </a:buClr>
              <a:buSzPts val="1000"/>
              <a:buFont typeface="Inter"/>
              <a:buChar char="■"/>
              <a:defRPr sz="1000"/>
            </a:lvl9pPr>
          </a:lstStyle>
          <a:p/>
        </p:txBody>
      </p:sp>
      <p:sp>
        <p:nvSpPr>
          <p:cNvPr id="164" name="Google Shape;164;p20"/>
          <p:cNvSpPr txBox="1"/>
          <p:nvPr>
            <p:ph type="title"/>
          </p:nvPr>
        </p:nvSpPr>
        <p:spPr>
          <a:xfrm>
            <a:off x="283850" y="285900"/>
            <a:ext cx="42276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1800"/>
              <a:buNone/>
              <a:defRPr sz="1800"/>
            </a:lvl1pPr>
            <a:lvl2pPr lvl="1" algn="l">
              <a:lnSpc>
                <a:spcPct val="85000"/>
              </a:lnSpc>
              <a:spcBef>
                <a:spcPts val="0"/>
              </a:spcBef>
              <a:spcAft>
                <a:spcPts val="0"/>
              </a:spcAft>
              <a:buSzPts val="1800"/>
              <a:buNone/>
              <a:defRPr sz="1800"/>
            </a:lvl2pPr>
            <a:lvl3pPr lvl="2" algn="l">
              <a:lnSpc>
                <a:spcPct val="85000"/>
              </a:lnSpc>
              <a:spcBef>
                <a:spcPts val="0"/>
              </a:spcBef>
              <a:spcAft>
                <a:spcPts val="0"/>
              </a:spcAft>
              <a:buSzPts val="1800"/>
              <a:buNone/>
              <a:defRPr sz="1800"/>
            </a:lvl3pPr>
            <a:lvl4pPr lvl="3" algn="l">
              <a:lnSpc>
                <a:spcPct val="85000"/>
              </a:lnSpc>
              <a:spcBef>
                <a:spcPts val="0"/>
              </a:spcBef>
              <a:spcAft>
                <a:spcPts val="0"/>
              </a:spcAft>
              <a:buSzPts val="1800"/>
              <a:buNone/>
              <a:defRPr sz="1800"/>
            </a:lvl4pPr>
            <a:lvl5pPr lvl="4" algn="l">
              <a:lnSpc>
                <a:spcPct val="85000"/>
              </a:lnSpc>
              <a:spcBef>
                <a:spcPts val="0"/>
              </a:spcBef>
              <a:spcAft>
                <a:spcPts val="0"/>
              </a:spcAft>
              <a:buSzPts val="1800"/>
              <a:buNone/>
              <a:defRPr sz="1800"/>
            </a:lvl5pPr>
            <a:lvl6pPr lvl="5" algn="l">
              <a:lnSpc>
                <a:spcPct val="85000"/>
              </a:lnSpc>
              <a:spcBef>
                <a:spcPts val="0"/>
              </a:spcBef>
              <a:spcAft>
                <a:spcPts val="0"/>
              </a:spcAft>
              <a:buSzPts val="1800"/>
              <a:buNone/>
              <a:defRPr sz="1800"/>
            </a:lvl6pPr>
            <a:lvl7pPr lvl="6" algn="l">
              <a:lnSpc>
                <a:spcPct val="85000"/>
              </a:lnSpc>
              <a:spcBef>
                <a:spcPts val="0"/>
              </a:spcBef>
              <a:spcAft>
                <a:spcPts val="0"/>
              </a:spcAft>
              <a:buSzPts val="1800"/>
              <a:buNone/>
              <a:defRPr sz="1800"/>
            </a:lvl7pPr>
            <a:lvl8pPr lvl="7" algn="l">
              <a:lnSpc>
                <a:spcPct val="85000"/>
              </a:lnSpc>
              <a:spcBef>
                <a:spcPts val="0"/>
              </a:spcBef>
              <a:spcAft>
                <a:spcPts val="0"/>
              </a:spcAft>
              <a:buSzPts val="1800"/>
              <a:buNone/>
              <a:defRPr sz="1800"/>
            </a:lvl8pPr>
            <a:lvl9pPr lvl="8" algn="l">
              <a:lnSpc>
                <a:spcPct val="85000"/>
              </a:lnSpc>
              <a:spcBef>
                <a:spcPts val="0"/>
              </a:spcBef>
              <a:spcAft>
                <a:spcPts val="0"/>
              </a:spcAft>
              <a:buSzPts val="1800"/>
              <a:buNone/>
              <a:defRPr sz="1800"/>
            </a:lvl9pPr>
          </a:lstStyle>
          <a:p/>
        </p:txBody>
      </p:sp>
      <p:sp>
        <p:nvSpPr>
          <p:cNvPr id="165" name="Google Shape;165;p20"/>
          <p:cNvSpPr txBox="1"/>
          <p:nvPr>
            <p:ph idx="4"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66" name="Google Shape;166;p20"/>
          <p:cNvSpPr txBox="1"/>
          <p:nvPr>
            <p:ph idx="5"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67" name="Google Shape;167;p20"/>
          <p:cNvSpPr txBox="1"/>
          <p:nvPr>
            <p:ph idx="6" type="subTitle"/>
          </p:nvPr>
        </p:nvSpPr>
        <p:spPr>
          <a:xfrm>
            <a:off x="288625" y="1555575"/>
            <a:ext cx="4509600" cy="97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Inter"/>
              <a:buNone/>
              <a:defRPr sz="3600"/>
            </a:lvl1pPr>
            <a:lvl2pPr lvl="1" algn="l">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gn="l">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gn="l">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gn="l">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gn="l">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gn="l">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gn="l">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gn="l">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8" name="Google Shape;168;p20"/>
          <p:cNvSpPr txBox="1"/>
          <p:nvPr>
            <p:ph idx="7" type="subTitle"/>
          </p:nvPr>
        </p:nvSpPr>
        <p:spPr>
          <a:xfrm>
            <a:off x="288625" y="2636275"/>
            <a:ext cx="4509600" cy="97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Inter"/>
              <a:buNone/>
              <a:defRPr sz="3600"/>
            </a:lvl1pPr>
            <a:lvl2pPr lvl="1" algn="l">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gn="l">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gn="l">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gn="l">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gn="l">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gn="l">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gn="l">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gn="l">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9" name="Google Shape;169;p20"/>
          <p:cNvSpPr txBox="1"/>
          <p:nvPr>
            <p:ph idx="8" type="subTitle"/>
          </p:nvPr>
        </p:nvSpPr>
        <p:spPr>
          <a:xfrm>
            <a:off x="288625" y="3716975"/>
            <a:ext cx="4509600" cy="97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Inter"/>
              <a:buNone/>
              <a:defRPr sz="3600"/>
            </a:lvl1pPr>
            <a:lvl2pPr lvl="1" algn="l">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gn="l">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gn="l">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gn="l">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gn="l">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gn="l">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gn="l">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gn="l">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70" name="Google Shape;170;p20"/>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71" name="Shape 171"/>
        <p:cNvGrpSpPr/>
        <p:nvPr/>
      </p:nvGrpSpPr>
      <p:grpSpPr>
        <a:xfrm>
          <a:off x="0" y="0"/>
          <a:ext cx="0" cy="0"/>
          <a:chOff x="0" y="0"/>
          <a:chExt cx="0" cy="0"/>
        </a:xfrm>
      </p:grpSpPr>
      <p:sp>
        <p:nvSpPr>
          <p:cNvPr id="172" name="Google Shape;172;p21"/>
          <p:cNvSpPr txBox="1"/>
          <p:nvPr>
            <p:ph idx="1" type="subTitle"/>
          </p:nvPr>
        </p:nvSpPr>
        <p:spPr>
          <a:xfrm>
            <a:off x="4629000" y="285900"/>
            <a:ext cx="4228200" cy="357600"/>
          </a:xfrm>
          <a:prstGeom prst="rect">
            <a:avLst/>
          </a:prstGeom>
          <a:noFill/>
          <a:ln>
            <a:noFill/>
          </a:ln>
        </p:spPr>
        <p:txBody>
          <a:bodyPr anchorCtr="0" anchor="t" bIns="0" lIns="182875" spcFirstLastPara="1" rIns="0" wrap="square" tIns="182875">
            <a:noAutofit/>
          </a:bodyPr>
          <a:lstStyle>
            <a:lvl1pPr lvl="0" algn="l">
              <a:lnSpc>
                <a:spcPct val="70000"/>
              </a:lnSpc>
              <a:spcBef>
                <a:spcPts val="0"/>
              </a:spcBef>
              <a:spcAft>
                <a:spcPts val="0"/>
              </a:spcAft>
              <a:buSzPts val="1200"/>
              <a:buNone/>
              <a:defRPr>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3" name="Google Shape;173;p21"/>
          <p:cNvSpPr txBox="1"/>
          <p:nvPr>
            <p:ph idx="12" type="sldNum"/>
          </p:nvPr>
        </p:nvSpPr>
        <p:spPr>
          <a:xfrm>
            <a:off x="8308150" y="4782125"/>
            <a:ext cx="548700" cy="76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1"/>
          <p:cNvSpPr txBox="1"/>
          <p:nvPr>
            <p:ph type="title"/>
          </p:nvPr>
        </p:nvSpPr>
        <p:spPr>
          <a:xfrm>
            <a:off x="283850" y="285900"/>
            <a:ext cx="2764800" cy="11547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sz="3600">
                <a:solidFill>
                  <a:schemeClr val="dk1"/>
                </a:solidFill>
              </a:defRPr>
            </a:lvl1pPr>
            <a:lvl2pPr lvl="1" algn="l">
              <a:lnSpc>
                <a:spcPct val="85000"/>
              </a:lnSpc>
              <a:spcBef>
                <a:spcPts val="0"/>
              </a:spcBef>
              <a:spcAft>
                <a:spcPts val="0"/>
              </a:spcAft>
              <a:buSzPts val="3600"/>
              <a:buNone/>
              <a:defRPr sz="3600">
                <a:solidFill>
                  <a:schemeClr val="dk1"/>
                </a:solidFill>
              </a:defRPr>
            </a:lvl2pPr>
            <a:lvl3pPr lvl="2" algn="l">
              <a:lnSpc>
                <a:spcPct val="85000"/>
              </a:lnSpc>
              <a:spcBef>
                <a:spcPts val="0"/>
              </a:spcBef>
              <a:spcAft>
                <a:spcPts val="0"/>
              </a:spcAft>
              <a:buSzPts val="3600"/>
              <a:buNone/>
              <a:defRPr sz="3600">
                <a:solidFill>
                  <a:schemeClr val="dk1"/>
                </a:solidFill>
              </a:defRPr>
            </a:lvl3pPr>
            <a:lvl4pPr lvl="3" algn="l">
              <a:lnSpc>
                <a:spcPct val="85000"/>
              </a:lnSpc>
              <a:spcBef>
                <a:spcPts val="0"/>
              </a:spcBef>
              <a:spcAft>
                <a:spcPts val="0"/>
              </a:spcAft>
              <a:buSzPts val="3600"/>
              <a:buNone/>
              <a:defRPr sz="3600">
                <a:solidFill>
                  <a:schemeClr val="dk1"/>
                </a:solidFill>
              </a:defRPr>
            </a:lvl4pPr>
            <a:lvl5pPr lvl="4" algn="l">
              <a:lnSpc>
                <a:spcPct val="85000"/>
              </a:lnSpc>
              <a:spcBef>
                <a:spcPts val="0"/>
              </a:spcBef>
              <a:spcAft>
                <a:spcPts val="0"/>
              </a:spcAft>
              <a:buSzPts val="3600"/>
              <a:buNone/>
              <a:defRPr sz="3600">
                <a:solidFill>
                  <a:schemeClr val="dk1"/>
                </a:solidFill>
              </a:defRPr>
            </a:lvl5pPr>
            <a:lvl6pPr lvl="5" algn="l">
              <a:lnSpc>
                <a:spcPct val="85000"/>
              </a:lnSpc>
              <a:spcBef>
                <a:spcPts val="0"/>
              </a:spcBef>
              <a:spcAft>
                <a:spcPts val="0"/>
              </a:spcAft>
              <a:buSzPts val="3600"/>
              <a:buNone/>
              <a:defRPr sz="3600">
                <a:solidFill>
                  <a:schemeClr val="dk1"/>
                </a:solidFill>
              </a:defRPr>
            </a:lvl6pPr>
            <a:lvl7pPr lvl="6" algn="l">
              <a:lnSpc>
                <a:spcPct val="85000"/>
              </a:lnSpc>
              <a:spcBef>
                <a:spcPts val="0"/>
              </a:spcBef>
              <a:spcAft>
                <a:spcPts val="0"/>
              </a:spcAft>
              <a:buSzPts val="3600"/>
              <a:buNone/>
              <a:defRPr sz="3600">
                <a:solidFill>
                  <a:schemeClr val="dk1"/>
                </a:solidFill>
              </a:defRPr>
            </a:lvl7pPr>
            <a:lvl8pPr lvl="7" algn="l">
              <a:lnSpc>
                <a:spcPct val="85000"/>
              </a:lnSpc>
              <a:spcBef>
                <a:spcPts val="0"/>
              </a:spcBef>
              <a:spcAft>
                <a:spcPts val="0"/>
              </a:spcAft>
              <a:buSzPts val="3600"/>
              <a:buNone/>
              <a:defRPr sz="3600">
                <a:solidFill>
                  <a:schemeClr val="dk1"/>
                </a:solidFill>
              </a:defRPr>
            </a:lvl8pPr>
            <a:lvl9pPr lvl="8" algn="l">
              <a:lnSpc>
                <a:spcPct val="85000"/>
              </a:lnSpc>
              <a:spcBef>
                <a:spcPts val="0"/>
              </a:spcBef>
              <a:spcAft>
                <a:spcPts val="0"/>
              </a:spcAft>
              <a:buSzPts val="3600"/>
              <a:buNone/>
              <a:defRPr sz="3600">
                <a:solidFill>
                  <a:schemeClr val="dk1"/>
                </a:solidFill>
              </a:defRPr>
            </a:lvl9pPr>
          </a:lstStyle>
          <a:p/>
        </p:txBody>
      </p:sp>
      <p:sp>
        <p:nvSpPr>
          <p:cNvPr id="175" name="Google Shape;175;p21"/>
          <p:cNvSpPr txBox="1"/>
          <p:nvPr>
            <p:ph idx="2" type="body"/>
          </p:nvPr>
        </p:nvSpPr>
        <p:spPr>
          <a:xfrm>
            <a:off x="4629450" y="786100"/>
            <a:ext cx="2172600" cy="8043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76" name="Google Shape;176;p2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77" name="Google Shape;177;p2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Font typeface="Inter"/>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78" name="Google Shape;178;p21"/>
          <p:cNvSpPr txBox="1"/>
          <p:nvPr>
            <p:ph idx="5" type="subTitle"/>
          </p:nvPr>
        </p:nvSpPr>
        <p:spPr>
          <a:xfrm>
            <a:off x="4629000" y="1751850"/>
            <a:ext cx="4228200" cy="357600"/>
          </a:xfrm>
          <a:prstGeom prst="rect">
            <a:avLst/>
          </a:prstGeom>
          <a:noFill/>
          <a:ln>
            <a:noFill/>
          </a:ln>
        </p:spPr>
        <p:txBody>
          <a:bodyPr anchorCtr="0" anchor="t" bIns="0" lIns="182875" spcFirstLastPara="1" rIns="0" wrap="square" tIns="182875">
            <a:noAutofit/>
          </a:bodyPr>
          <a:lstStyle>
            <a:lvl1pPr lvl="0" algn="l">
              <a:lnSpc>
                <a:spcPct val="70000"/>
              </a:lnSpc>
              <a:spcBef>
                <a:spcPts val="0"/>
              </a:spcBef>
              <a:spcAft>
                <a:spcPts val="0"/>
              </a:spcAft>
              <a:buSzPts val="1200"/>
              <a:buNone/>
              <a:defRPr>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9" name="Google Shape;179;p21"/>
          <p:cNvSpPr txBox="1"/>
          <p:nvPr>
            <p:ph idx="6" type="body"/>
          </p:nvPr>
        </p:nvSpPr>
        <p:spPr>
          <a:xfrm>
            <a:off x="4629450" y="2252055"/>
            <a:ext cx="2172600" cy="8043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80" name="Google Shape;180;p21"/>
          <p:cNvSpPr txBox="1"/>
          <p:nvPr>
            <p:ph idx="7" type="subTitle"/>
          </p:nvPr>
        </p:nvSpPr>
        <p:spPr>
          <a:xfrm>
            <a:off x="4629000" y="3217788"/>
            <a:ext cx="4228200" cy="357600"/>
          </a:xfrm>
          <a:prstGeom prst="rect">
            <a:avLst/>
          </a:prstGeom>
          <a:noFill/>
          <a:ln>
            <a:noFill/>
          </a:ln>
        </p:spPr>
        <p:txBody>
          <a:bodyPr anchorCtr="0" anchor="t" bIns="0" lIns="182875" spcFirstLastPara="1" rIns="0" wrap="square" tIns="182875">
            <a:noAutofit/>
          </a:bodyPr>
          <a:lstStyle>
            <a:lvl1pPr lvl="0" algn="l">
              <a:lnSpc>
                <a:spcPct val="70000"/>
              </a:lnSpc>
              <a:spcBef>
                <a:spcPts val="0"/>
              </a:spcBef>
              <a:spcAft>
                <a:spcPts val="0"/>
              </a:spcAft>
              <a:buSzPts val="1200"/>
              <a:buNone/>
              <a:defRPr>
                <a:solidFill>
                  <a:schemeClr val="dk1"/>
                </a:solidFill>
              </a:defRPr>
            </a:lvl1pPr>
            <a:lvl2pPr lvl="1"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lgn="l">
              <a:lnSpc>
                <a:spcPct val="115000"/>
              </a:lnSpc>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81" name="Google Shape;181;p21"/>
          <p:cNvSpPr txBox="1"/>
          <p:nvPr>
            <p:ph idx="8" type="body"/>
          </p:nvPr>
        </p:nvSpPr>
        <p:spPr>
          <a:xfrm>
            <a:off x="4629450" y="3717997"/>
            <a:ext cx="2172600" cy="804300"/>
          </a:xfrm>
          <a:prstGeom prst="rect">
            <a:avLst/>
          </a:prstGeom>
          <a:noFill/>
          <a:ln>
            <a:noFill/>
          </a:ln>
        </p:spPr>
        <p:txBody>
          <a:bodyPr anchorCtr="0" anchor="t" bIns="0" lIns="182875" spcFirstLastPara="1" rIns="182875"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
        <p:nvSpPr>
          <p:cNvPr id="182" name="Google Shape;182;p21"/>
          <p:cNvSpPr txBox="1"/>
          <p:nvPr>
            <p:ph idx="9" type="body"/>
          </p:nvPr>
        </p:nvSpPr>
        <p:spPr>
          <a:xfrm>
            <a:off x="284850" y="3717988"/>
            <a:ext cx="2055300" cy="804300"/>
          </a:xfrm>
          <a:prstGeom prst="rect">
            <a:avLst/>
          </a:prstGeom>
          <a:noFill/>
          <a:ln>
            <a:noFill/>
          </a:ln>
        </p:spPr>
        <p:txBody>
          <a:bodyPr anchorCtr="0" anchor="t" bIns="0" lIns="0" spcFirstLastPara="1" rIns="182875" wrap="square" tIns="0">
            <a:spAutoFit/>
          </a:bodyPr>
          <a:lstStyle>
            <a:lvl1pPr indent="-292100" lvl="0" marL="457200" algn="l">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83" name="Shape 183"/>
        <p:cNvGrpSpPr/>
        <p:nvPr/>
      </p:nvGrpSpPr>
      <p:grpSpPr>
        <a:xfrm>
          <a:off x="0" y="0"/>
          <a:ext cx="0" cy="0"/>
          <a:chOff x="0" y="0"/>
          <a:chExt cx="0" cy="0"/>
        </a:xfrm>
      </p:grpSpPr>
      <p:sp>
        <p:nvSpPr>
          <p:cNvPr id="184" name="Google Shape;184;p22"/>
          <p:cNvSpPr/>
          <p:nvPr>
            <p:ph idx="2" type="pic"/>
          </p:nvPr>
        </p:nvSpPr>
        <p:spPr>
          <a:xfrm>
            <a:off x="4629750" y="286075"/>
            <a:ext cx="1257900" cy="1261500"/>
          </a:xfrm>
          <a:prstGeom prst="rect">
            <a:avLst/>
          </a:prstGeom>
          <a:noFill/>
          <a:ln>
            <a:noFill/>
          </a:ln>
        </p:spPr>
      </p:sp>
      <p:sp>
        <p:nvSpPr>
          <p:cNvPr id="185" name="Google Shape;185;p22"/>
          <p:cNvSpPr/>
          <p:nvPr>
            <p:ph idx="3" type="pic"/>
          </p:nvPr>
        </p:nvSpPr>
        <p:spPr>
          <a:xfrm>
            <a:off x="6111800" y="286075"/>
            <a:ext cx="1257900" cy="1261500"/>
          </a:xfrm>
          <a:prstGeom prst="rect">
            <a:avLst/>
          </a:prstGeom>
          <a:noFill/>
          <a:ln>
            <a:noFill/>
          </a:ln>
        </p:spPr>
      </p:sp>
      <p:sp>
        <p:nvSpPr>
          <p:cNvPr id="186" name="Google Shape;186;p22"/>
          <p:cNvSpPr/>
          <p:nvPr>
            <p:ph idx="4" type="pic"/>
          </p:nvPr>
        </p:nvSpPr>
        <p:spPr>
          <a:xfrm>
            <a:off x="7593850" y="286075"/>
            <a:ext cx="1257900" cy="1261500"/>
          </a:xfrm>
          <a:prstGeom prst="rect">
            <a:avLst/>
          </a:prstGeom>
          <a:noFill/>
          <a:ln>
            <a:noFill/>
          </a:ln>
        </p:spPr>
      </p:sp>
      <p:sp>
        <p:nvSpPr>
          <p:cNvPr id="187" name="Google Shape;187;p22"/>
          <p:cNvSpPr/>
          <p:nvPr>
            <p:ph idx="5" type="pic"/>
          </p:nvPr>
        </p:nvSpPr>
        <p:spPr>
          <a:xfrm>
            <a:off x="4629750" y="2634475"/>
            <a:ext cx="1257900" cy="1261500"/>
          </a:xfrm>
          <a:prstGeom prst="rect">
            <a:avLst/>
          </a:prstGeom>
          <a:noFill/>
          <a:ln>
            <a:noFill/>
          </a:ln>
        </p:spPr>
      </p:sp>
      <p:sp>
        <p:nvSpPr>
          <p:cNvPr id="188" name="Google Shape;188;p22"/>
          <p:cNvSpPr/>
          <p:nvPr>
            <p:ph idx="6" type="pic"/>
          </p:nvPr>
        </p:nvSpPr>
        <p:spPr>
          <a:xfrm>
            <a:off x="6111800" y="2634475"/>
            <a:ext cx="1257900" cy="1261500"/>
          </a:xfrm>
          <a:prstGeom prst="rect">
            <a:avLst/>
          </a:prstGeom>
          <a:noFill/>
          <a:ln>
            <a:noFill/>
          </a:ln>
        </p:spPr>
      </p:sp>
      <p:sp>
        <p:nvSpPr>
          <p:cNvPr id="189" name="Google Shape;189;p22"/>
          <p:cNvSpPr/>
          <p:nvPr>
            <p:ph idx="7" type="pic"/>
          </p:nvPr>
        </p:nvSpPr>
        <p:spPr>
          <a:xfrm>
            <a:off x="7593850" y="2634475"/>
            <a:ext cx="1257900" cy="1261500"/>
          </a:xfrm>
          <a:prstGeom prst="rect">
            <a:avLst/>
          </a:prstGeom>
          <a:noFill/>
          <a:ln>
            <a:noFill/>
          </a:ln>
        </p:spPr>
      </p:sp>
      <p:sp>
        <p:nvSpPr>
          <p:cNvPr id="190" name="Google Shape;190;p22"/>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91" name="Google Shape;191;p22"/>
          <p:cNvSpPr txBox="1"/>
          <p:nvPr>
            <p:ph idx="8"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92" name="Google Shape;192;p22"/>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93" name="Google Shape;193;p22"/>
          <p:cNvSpPr txBox="1"/>
          <p:nvPr>
            <p:ph idx="9"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94" name="Google Shape;194;p22"/>
          <p:cNvSpPr txBox="1"/>
          <p:nvPr>
            <p:ph idx="13" type="title"/>
          </p:nvPr>
        </p:nvSpPr>
        <p:spPr>
          <a:xfrm>
            <a:off x="283850" y="474875"/>
            <a:ext cx="2773200" cy="17436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SzPts val="3600"/>
              <a:buNone/>
              <a:defRPr>
                <a:solidFill>
                  <a:schemeClr val="dk1"/>
                </a:solidFill>
              </a:defRPr>
            </a:lvl1pPr>
            <a:lvl2pPr lvl="1" algn="l">
              <a:lnSpc>
                <a:spcPct val="85000"/>
              </a:lnSpc>
              <a:spcBef>
                <a:spcPts val="0"/>
              </a:spcBef>
              <a:spcAft>
                <a:spcPts val="0"/>
              </a:spcAft>
              <a:buSzPts val="3600"/>
              <a:buNone/>
              <a:defRPr>
                <a:solidFill>
                  <a:schemeClr val="dk1"/>
                </a:solidFill>
              </a:defRPr>
            </a:lvl2pPr>
            <a:lvl3pPr lvl="2" algn="l">
              <a:lnSpc>
                <a:spcPct val="85000"/>
              </a:lnSpc>
              <a:spcBef>
                <a:spcPts val="0"/>
              </a:spcBef>
              <a:spcAft>
                <a:spcPts val="0"/>
              </a:spcAft>
              <a:buSzPts val="3600"/>
              <a:buNone/>
              <a:defRPr>
                <a:solidFill>
                  <a:schemeClr val="dk1"/>
                </a:solidFill>
              </a:defRPr>
            </a:lvl3pPr>
            <a:lvl4pPr lvl="3" algn="l">
              <a:lnSpc>
                <a:spcPct val="85000"/>
              </a:lnSpc>
              <a:spcBef>
                <a:spcPts val="0"/>
              </a:spcBef>
              <a:spcAft>
                <a:spcPts val="0"/>
              </a:spcAft>
              <a:buSzPts val="3600"/>
              <a:buNone/>
              <a:defRPr>
                <a:solidFill>
                  <a:schemeClr val="dk1"/>
                </a:solidFill>
              </a:defRPr>
            </a:lvl4pPr>
            <a:lvl5pPr lvl="4" algn="l">
              <a:lnSpc>
                <a:spcPct val="85000"/>
              </a:lnSpc>
              <a:spcBef>
                <a:spcPts val="0"/>
              </a:spcBef>
              <a:spcAft>
                <a:spcPts val="0"/>
              </a:spcAft>
              <a:buSzPts val="3600"/>
              <a:buNone/>
              <a:defRPr>
                <a:solidFill>
                  <a:schemeClr val="dk1"/>
                </a:solidFill>
              </a:defRPr>
            </a:lvl5pPr>
            <a:lvl6pPr lvl="5" algn="l">
              <a:lnSpc>
                <a:spcPct val="85000"/>
              </a:lnSpc>
              <a:spcBef>
                <a:spcPts val="0"/>
              </a:spcBef>
              <a:spcAft>
                <a:spcPts val="0"/>
              </a:spcAft>
              <a:buSzPts val="3600"/>
              <a:buNone/>
              <a:defRPr>
                <a:solidFill>
                  <a:schemeClr val="dk1"/>
                </a:solidFill>
              </a:defRPr>
            </a:lvl6pPr>
            <a:lvl7pPr lvl="6" algn="l">
              <a:lnSpc>
                <a:spcPct val="85000"/>
              </a:lnSpc>
              <a:spcBef>
                <a:spcPts val="0"/>
              </a:spcBef>
              <a:spcAft>
                <a:spcPts val="0"/>
              </a:spcAft>
              <a:buSzPts val="3600"/>
              <a:buNone/>
              <a:defRPr>
                <a:solidFill>
                  <a:schemeClr val="dk1"/>
                </a:solidFill>
              </a:defRPr>
            </a:lvl7pPr>
            <a:lvl8pPr lvl="7" algn="l">
              <a:lnSpc>
                <a:spcPct val="85000"/>
              </a:lnSpc>
              <a:spcBef>
                <a:spcPts val="0"/>
              </a:spcBef>
              <a:spcAft>
                <a:spcPts val="0"/>
              </a:spcAft>
              <a:buSzPts val="3600"/>
              <a:buNone/>
              <a:defRPr>
                <a:solidFill>
                  <a:schemeClr val="dk1"/>
                </a:solidFill>
              </a:defRPr>
            </a:lvl8pPr>
            <a:lvl9pPr lvl="8" algn="l">
              <a:lnSpc>
                <a:spcPct val="85000"/>
              </a:lnSpc>
              <a:spcBef>
                <a:spcPts val="0"/>
              </a:spcBef>
              <a:spcAft>
                <a:spcPts val="0"/>
              </a:spcAft>
              <a:buSzPts val="3600"/>
              <a:buNone/>
              <a:defRPr>
                <a:solidFill>
                  <a:schemeClr val="dk1"/>
                </a:solidFill>
              </a:defRPr>
            </a:lvl9pPr>
          </a:lstStyle>
          <a:p/>
        </p:txBody>
      </p:sp>
      <p:sp>
        <p:nvSpPr>
          <p:cNvPr id="195" name="Google Shape;195;p22"/>
          <p:cNvSpPr txBox="1"/>
          <p:nvPr>
            <p:ph idx="14" type="title"/>
          </p:nvPr>
        </p:nvSpPr>
        <p:spPr>
          <a:xfrm>
            <a:off x="4629750" y="1649525"/>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196" name="Google Shape;196;p22"/>
          <p:cNvSpPr txBox="1"/>
          <p:nvPr>
            <p:ph idx="15" type="title"/>
          </p:nvPr>
        </p:nvSpPr>
        <p:spPr>
          <a:xfrm>
            <a:off x="6111800" y="1649525"/>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6" type="title"/>
          </p:nvPr>
        </p:nvSpPr>
        <p:spPr>
          <a:xfrm>
            <a:off x="7593850" y="1649525"/>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198" name="Google Shape;198;p22"/>
          <p:cNvSpPr txBox="1"/>
          <p:nvPr>
            <p:ph idx="17" type="title"/>
          </p:nvPr>
        </p:nvSpPr>
        <p:spPr>
          <a:xfrm>
            <a:off x="4629750" y="3995850"/>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199" name="Google Shape;199;p22"/>
          <p:cNvSpPr txBox="1"/>
          <p:nvPr>
            <p:ph idx="18" type="title"/>
          </p:nvPr>
        </p:nvSpPr>
        <p:spPr>
          <a:xfrm>
            <a:off x="6111800" y="3995850"/>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00" name="Google Shape;200;p22"/>
          <p:cNvSpPr txBox="1"/>
          <p:nvPr>
            <p:ph idx="19" type="title"/>
          </p:nvPr>
        </p:nvSpPr>
        <p:spPr>
          <a:xfrm>
            <a:off x="7593850" y="3995850"/>
            <a:ext cx="1257900" cy="6864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000"/>
              <a:buNone/>
              <a:defRPr sz="1000">
                <a:solidFill>
                  <a:schemeClr val="dk1"/>
                </a:solidFill>
              </a:defRPr>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201" name="Shape 201"/>
        <p:cNvGrpSpPr/>
        <p:nvPr/>
      </p:nvGrpSpPr>
      <p:grpSpPr>
        <a:xfrm>
          <a:off x="0" y="0"/>
          <a:ext cx="0" cy="0"/>
          <a:chOff x="0" y="0"/>
          <a:chExt cx="0" cy="0"/>
        </a:xfrm>
      </p:grpSpPr>
      <p:sp>
        <p:nvSpPr>
          <p:cNvPr id="202" name="Google Shape;202;p23"/>
          <p:cNvSpPr/>
          <p:nvPr>
            <p:ph idx="2" type="pic"/>
          </p:nvPr>
        </p:nvSpPr>
        <p:spPr>
          <a:xfrm>
            <a:off x="2456700" y="373175"/>
            <a:ext cx="1515000" cy="1616700"/>
          </a:xfrm>
          <a:prstGeom prst="rect">
            <a:avLst/>
          </a:prstGeom>
          <a:noFill/>
          <a:ln>
            <a:noFill/>
          </a:ln>
        </p:spPr>
      </p:sp>
      <p:sp>
        <p:nvSpPr>
          <p:cNvPr id="203" name="Google Shape;203;p23"/>
          <p:cNvSpPr txBox="1"/>
          <p:nvPr>
            <p:ph type="title"/>
          </p:nvPr>
        </p:nvSpPr>
        <p:spPr>
          <a:xfrm>
            <a:off x="2635350"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11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04" name="Google Shape;204;p23"/>
          <p:cNvSpPr txBox="1"/>
          <p:nvPr>
            <p:ph idx="1" type="body"/>
          </p:nvPr>
        </p:nvSpPr>
        <p:spPr>
          <a:xfrm>
            <a:off x="2635350"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05" name="Google Shape;205;p23"/>
          <p:cNvSpPr txBox="1"/>
          <p:nvPr>
            <p:ph idx="3" type="title"/>
          </p:nvPr>
        </p:nvSpPr>
        <p:spPr>
          <a:xfrm>
            <a:off x="2635350"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206" name="Google Shape;206;p23"/>
          <p:cNvSpPr/>
          <p:nvPr>
            <p:ph idx="4" type="pic"/>
          </p:nvPr>
        </p:nvSpPr>
        <p:spPr>
          <a:xfrm>
            <a:off x="4084738" y="373175"/>
            <a:ext cx="1515000" cy="1616700"/>
          </a:xfrm>
          <a:prstGeom prst="rect">
            <a:avLst/>
          </a:prstGeom>
          <a:noFill/>
          <a:ln>
            <a:noFill/>
          </a:ln>
        </p:spPr>
      </p:sp>
      <p:sp>
        <p:nvSpPr>
          <p:cNvPr id="207" name="Google Shape;207;p23"/>
          <p:cNvSpPr txBox="1"/>
          <p:nvPr>
            <p:ph idx="5" type="title"/>
          </p:nvPr>
        </p:nvSpPr>
        <p:spPr>
          <a:xfrm>
            <a:off x="4263388"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10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08" name="Google Shape;208;p23"/>
          <p:cNvSpPr txBox="1"/>
          <p:nvPr>
            <p:ph idx="6" type="body"/>
          </p:nvPr>
        </p:nvSpPr>
        <p:spPr>
          <a:xfrm>
            <a:off x="4263388"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09" name="Google Shape;209;p23"/>
          <p:cNvSpPr txBox="1"/>
          <p:nvPr>
            <p:ph idx="7" type="title"/>
          </p:nvPr>
        </p:nvSpPr>
        <p:spPr>
          <a:xfrm>
            <a:off x="4263388"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210" name="Google Shape;210;p23"/>
          <p:cNvSpPr/>
          <p:nvPr>
            <p:ph idx="8" type="pic"/>
          </p:nvPr>
        </p:nvSpPr>
        <p:spPr>
          <a:xfrm>
            <a:off x="5713225" y="373175"/>
            <a:ext cx="1515000" cy="1616700"/>
          </a:xfrm>
          <a:prstGeom prst="rect">
            <a:avLst/>
          </a:prstGeom>
          <a:noFill/>
          <a:ln>
            <a:noFill/>
          </a:ln>
        </p:spPr>
      </p:sp>
      <p:sp>
        <p:nvSpPr>
          <p:cNvPr id="211" name="Google Shape;211;p23"/>
          <p:cNvSpPr txBox="1"/>
          <p:nvPr>
            <p:ph idx="9" type="title"/>
          </p:nvPr>
        </p:nvSpPr>
        <p:spPr>
          <a:xfrm>
            <a:off x="5891875"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10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12" name="Google Shape;212;p23"/>
          <p:cNvSpPr txBox="1"/>
          <p:nvPr>
            <p:ph idx="13" type="body"/>
          </p:nvPr>
        </p:nvSpPr>
        <p:spPr>
          <a:xfrm>
            <a:off x="5891875"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13" name="Google Shape;213;p23"/>
          <p:cNvSpPr txBox="1"/>
          <p:nvPr>
            <p:ph idx="14" type="title"/>
          </p:nvPr>
        </p:nvSpPr>
        <p:spPr>
          <a:xfrm>
            <a:off x="5891875"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214" name="Google Shape;214;p23"/>
          <p:cNvSpPr/>
          <p:nvPr>
            <p:ph idx="15" type="pic"/>
          </p:nvPr>
        </p:nvSpPr>
        <p:spPr>
          <a:xfrm>
            <a:off x="7341950" y="373175"/>
            <a:ext cx="1515000" cy="1616700"/>
          </a:xfrm>
          <a:prstGeom prst="rect">
            <a:avLst/>
          </a:prstGeom>
          <a:noFill/>
          <a:ln>
            <a:noFill/>
          </a:ln>
        </p:spPr>
      </p:sp>
      <p:sp>
        <p:nvSpPr>
          <p:cNvPr id="215" name="Google Shape;215;p23"/>
          <p:cNvSpPr txBox="1"/>
          <p:nvPr>
            <p:ph idx="16" type="title"/>
          </p:nvPr>
        </p:nvSpPr>
        <p:spPr>
          <a:xfrm>
            <a:off x="7520600" y="2172975"/>
            <a:ext cx="1188600" cy="152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1000"/>
              <a:buNone/>
              <a:defRPr sz="1000"/>
            </a:lvl1pPr>
            <a:lvl2pPr lvl="1" algn="l">
              <a:lnSpc>
                <a:spcPct val="110000"/>
              </a:lnSpc>
              <a:spcBef>
                <a:spcPts val="0"/>
              </a:spcBef>
              <a:spcAft>
                <a:spcPts val="0"/>
              </a:spcAft>
              <a:buClr>
                <a:schemeClr val="dk1"/>
              </a:buClr>
              <a:buSzPts val="1000"/>
              <a:buNone/>
              <a:defRPr sz="1000">
                <a:solidFill>
                  <a:schemeClr val="dk1"/>
                </a:solidFill>
              </a:defRPr>
            </a:lvl2pPr>
            <a:lvl3pPr lvl="2" algn="l">
              <a:lnSpc>
                <a:spcPct val="110000"/>
              </a:lnSpc>
              <a:spcBef>
                <a:spcPts val="0"/>
              </a:spcBef>
              <a:spcAft>
                <a:spcPts val="0"/>
              </a:spcAft>
              <a:buClr>
                <a:schemeClr val="dk1"/>
              </a:buClr>
              <a:buSzPts val="1000"/>
              <a:buNone/>
              <a:defRPr sz="1000">
                <a:solidFill>
                  <a:schemeClr val="dk1"/>
                </a:solidFill>
              </a:defRPr>
            </a:lvl3pPr>
            <a:lvl4pPr lvl="3" algn="l">
              <a:lnSpc>
                <a:spcPct val="110000"/>
              </a:lnSpc>
              <a:spcBef>
                <a:spcPts val="0"/>
              </a:spcBef>
              <a:spcAft>
                <a:spcPts val="0"/>
              </a:spcAft>
              <a:buClr>
                <a:schemeClr val="dk1"/>
              </a:buClr>
              <a:buSzPts val="1000"/>
              <a:buNone/>
              <a:defRPr sz="1000">
                <a:solidFill>
                  <a:schemeClr val="dk1"/>
                </a:solidFill>
              </a:defRPr>
            </a:lvl4pPr>
            <a:lvl5pPr lvl="4" algn="l">
              <a:lnSpc>
                <a:spcPct val="110000"/>
              </a:lnSpc>
              <a:spcBef>
                <a:spcPts val="0"/>
              </a:spcBef>
              <a:spcAft>
                <a:spcPts val="0"/>
              </a:spcAft>
              <a:buClr>
                <a:schemeClr val="dk1"/>
              </a:buClr>
              <a:buSzPts val="1000"/>
              <a:buNone/>
              <a:defRPr sz="1000">
                <a:solidFill>
                  <a:schemeClr val="dk1"/>
                </a:solidFill>
              </a:defRPr>
            </a:lvl5pPr>
            <a:lvl6pPr lvl="5" algn="l">
              <a:lnSpc>
                <a:spcPct val="110000"/>
              </a:lnSpc>
              <a:spcBef>
                <a:spcPts val="0"/>
              </a:spcBef>
              <a:spcAft>
                <a:spcPts val="0"/>
              </a:spcAft>
              <a:buClr>
                <a:schemeClr val="dk1"/>
              </a:buClr>
              <a:buSzPts val="1000"/>
              <a:buNone/>
              <a:defRPr sz="1000">
                <a:solidFill>
                  <a:schemeClr val="dk1"/>
                </a:solidFill>
              </a:defRPr>
            </a:lvl6pPr>
            <a:lvl7pPr lvl="6" algn="l">
              <a:lnSpc>
                <a:spcPct val="110000"/>
              </a:lnSpc>
              <a:spcBef>
                <a:spcPts val="0"/>
              </a:spcBef>
              <a:spcAft>
                <a:spcPts val="0"/>
              </a:spcAft>
              <a:buClr>
                <a:schemeClr val="dk1"/>
              </a:buClr>
              <a:buSzPts val="1000"/>
              <a:buNone/>
              <a:defRPr sz="1000">
                <a:solidFill>
                  <a:schemeClr val="dk1"/>
                </a:solidFill>
              </a:defRPr>
            </a:lvl7pPr>
            <a:lvl8pPr lvl="7" algn="l">
              <a:lnSpc>
                <a:spcPct val="110000"/>
              </a:lnSpc>
              <a:spcBef>
                <a:spcPts val="0"/>
              </a:spcBef>
              <a:spcAft>
                <a:spcPts val="0"/>
              </a:spcAft>
              <a:buClr>
                <a:schemeClr val="dk1"/>
              </a:buClr>
              <a:buSzPts val="1000"/>
              <a:buNone/>
              <a:defRPr sz="1000">
                <a:solidFill>
                  <a:schemeClr val="dk1"/>
                </a:solidFill>
              </a:defRPr>
            </a:lvl8pPr>
            <a:lvl9pPr lvl="8" algn="l">
              <a:lnSpc>
                <a:spcPct val="110000"/>
              </a:lnSpc>
              <a:spcBef>
                <a:spcPts val="0"/>
              </a:spcBef>
              <a:spcAft>
                <a:spcPts val="0"/>
              </a:spcAft>
              <a:buClr>
                <a:schemeClr val="dk1"/>
              </a:buClr>
              <a:buSzPts val="1000"/>
              <a:buNone/>
              <a:defRPr sz="1000">
                <a:solidFill>
                  <a:schemeClr val="dk1"/>
                </a:solidFill>
              </a:defRPr>
            </a:lvl9pPr>
          </a:lstStyle>
          <a:p/>
        </p:txBody>
      </p:sp>
      <p:sp>
        <p:nvSpPr>
          <p:cNvPr id="216" name="Google Shape;216;p23"/>
          <p:cNvSpPr txBox="1"/>
          <p:nvPr>
            <p:ph idx="17" type="body"/>
          </p:nvPr>
        </p:nvSpPr>
        <p:spPr>
          <a:xfrm>
            <a:off x="7520600" y="2832368"/>
            <a:ext cx="1161900" cy="1670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17" name="Google Shape;217;p23"/>
          <p:cNvSpPr txBox="1"/>
          <p:nvPr>
            <p:ph idx="18" type="title"/>
          </p:nvPr>
        </p:nvSpPr>
        <p:spPr>
          <a:xfrm>
            <a:off x="7520600" y="2325375"/>
            <a:ext cx="1188600" cy="278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800"/>
              <a:buNone/>
              <a:defRPr sz="800"/>
            </a:lvl2pPr>
            <a:lvl3pPr lvl="2" algn="l">
              <a:lnSpc>
                <a:spcPct val="110000"/>
              </a:lnSpc>
              <a:spcBef>
                <a:spcPts val="0"/>
              </a:spcBef>
              <a:spcAft>
                <a:spcPts val="0"/>
              </a:spcAft>
              <a:buSzPts val="800"/>
              <a:buNone/>
              <a:defRPr sz="800"/>
            </a:lvl3pPr>
            <a:lvl4pPr lvl="3" algn="l">
              <a:lnSpc>
                <a:spcPct val="110000"/>
              </a:lnSpc>
              <a:spcBef>
                <a:spcPts val="0"/>
              </a:spcBef>
              <a:spcAft>
                <a:spcPts val="0"/>
              </a:spcAft>
              <a:buSzPts val="800"/>
              <a:buNone/>
              <a:defRPr sz="800"/>
            </a:lvl4pPr>
            <a:lvl5pPr lvl="4" algn="l">
              <a:lnSpc>
                <a:spcPct val="110000"/>
              </a:lnSpc>
              <a:spcBef>
                <a:spcPts val="0"/>
              </a:spcBef>
              <a:spcAft>
                <a:spcPts val="0"/>
              </a:spcAft>
              <a:buSzPts val="800"/>
              <a:buNone/>
              <a:defRPr sz="800"/>
            </a:lvl5pPr>
            <a:lvl6pPr lvl="5" algn="l">
              <a:lnSpc>
                <a:spcPct val="110000"/>
              </a:lnSpc>
              <a:spcBef>
                <a:spcPts val="0"/>
              </a:spcBef>
              <a:spcAft>
                <a:spcPts val="0"/>
              </a:spcAft>
              <a:buSzPts val="800"/>
              <a:buNone/>
              <a:defRPr sz="800"/>
            </a:lvl6pPr>
            <a:lvl7pPr lvl="6" algn="l">
              <a:lnSpc>
                <a:spcPct val="110000"/>
              </a:lnSpc>
              <a:spcBef>
                <a:spcPts val="0"/>
              </a:spcBef>
              <a:spcAft>
                <a:spcPts val="0"/>
              </a:spcAft>
              <a:buSzPts val="800"/>
              <a:buNone/>
              <a:defRPr sz="800"/>
            </a:lvl7pPr>
            <a:lvl8pPr lvl="7" algn="l">
              <a:lnSpc>
                <a:spcPct val="110000"/>
              </a:lnSpc>
              <a:spcBef>
                <a:spcPts val="0"/>
              </a:spcBef>
              <a:spcAft>
                <a:spcPts val="0"/>
              </a:spcAft>
              <a:buSzPts val="800"/>
              <a:buNone/>
              <a:defRPr sz="800"/>
            </a:lvl8pPr>
            <a:lvl9pPr lvl="8" algn="l">
              <a:lnSpc>
                <a:spcPct val="110000"/>
              </a:lnSpc>
              <a:spcBef>
                <a:spcPts val="0"/>
              </a:spcBef>
              <a:spcAft>
                <a:spcPts val="0"/>
              </a:spcAft>
              <a:buSzPts val="800"/>
              <a:buNone/>
              <a:defRPr sz="800"/>
            </a:lvl9pPr>
          </a:lstStyle>
          <a:p/>
        </p:txBody>
      </p:sp>
      <p:sp>
        <p:nvSpPr>
          <p:cNvPr id="218" name="Google Shape;218;p23"/>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9" name="Google Shape;219;p23"/>
          <p:cNvSpPr txBox="1"/>
          <p:nvPr>
            <p:ph idx="19"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20" name="Google Shape;220;p23"/>
          <p:cNvSpPr txBox="1"/>
          <p:nvPr>
            <p:ph idx="20"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21" name="Google Shape;221;p23"/>
          <p:cNvSpPr txBox="1"/>
          <p:nvPr>
            <p:ph idx="21" type="title"/>
          </p:nvPr>
        </p:nvSpPr>
        <p:spPr>
          <a:xfrm>
            <a:off x="283850" y="285900"/>
            <a:ext cx="2055600" cy="12696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a:lvl1pPr>
            <a:lvl2pPr lvl="1" algn="l">
              <a:lnSpc>
                <a:spcPct val="85000"/>
              </a:lnSpc>
              <a:spcBef>
                <a:spcPts val="0"/>
              </a:spcBef>
              <a:spcAft>
                <a:spcPts val="0"/>
              </a:spcAft>
              <a:buSzPts val="3600"/>
              <a:buNone/>
              <a:defRPr/>
            </a:lvl2pPr>
            <a:lvl3pPr lvl="2" algn="l">
              <a:lnSpc>
                <a:spcPct val="85000"/>
              </a:lnSpc>
              <a:spcBef>
                <a:spcPts val="0"/>
              </a:spcBef>
              <a:spcAft>
                <a:spcPts val="0"/>
              </a:spcAft>
              <a:buSzPts val="3600"/>
              <a:buNone/>
              <a:defRPr/>
            </a:lvl3pPr>
            <a:lvl4pPr lvl="3" algn="l">
              <a:lnSpc>
                <a:spcPct val="85000"/>
              </a:lnSpc>
              <a:spcBef>
                <a:spcPts val="0"/>
              </a:spcBef>
              <a:spcAft>
                <a:spcPts val="0"/>
              </a:spcAft>
              <a:buSzPts val="3600"/>
              <a:buNone/>
              <a:defRPr/>
            </a:lvl4pPr>
            <a:lvl5pPr lvl="4" algn="l">
              <a:lnSpc>
                <a:spcPct val="85000"/>
              </a:lnSpc>
              <a:spcBef>
                <a:spcPts val="0"/>
              </a:spcBef>
              <a:spcAft>
                <a:spcPts val="0"/>
              </a:spcAft>
              <a:buSzPts val="3600"/>
              <a:buNone/>
              <a:defRPr/>
            </a:lvl5pPr>
            <a:lvl6pPr lvl="5" algn="l">
              <a:lnSpc>
                <a:spcPct val="85000"/>
              </a:lnSpc>
              <a:spcBef>
                <a:spcPts val="0"/>
              </a:spcBef>
              <a:spcAft>
                <a:spcPts val="0"/>
              </a:spcAft>
              <a:buSzPts val="3600"/>
              <a:buNone/>
              <a:defRPr/>
            </a:lvl6pPr>
            <a:lvl7pPr lvl="6" algn="l">
              <a:lnSpc>
                <a:spcPct val="85000"/>
              </a:lnSpc>
              <a:spcBef>
                <a:spcPts val="0"/>
              </a:spcBef>
              <a:spcAft>
                <a:spcPts val="0"/>
              </a:spcAft>
              <a:buSzPts val="3600"/>
              <a:buNone/>
              <a:defRPr/>
            </a:lvl7pPr>
            <a:lvl8pPr lvl="7" algn="l">
              <a:lnSpc>
                <a:spcPct val="85000"/>
              </a:lnSpc>
              <a:spcBef>
                <a:spcPts val="0"/>
              </a:spcBef>
              <a:spcAft>
                <a:spcPts val="0"/>
              </a:spcAft>
              <a:buSzPts val="3600"/>
              <a:buNone/>
              <a:defRPr/>
            </a:lvl8pPr>
            <a:lvl9pPr lvl="8" algn="l">
              <a:lnSpc>
                <a:spcPct val="85000"/>
              </a:lnSpc>
              <a:spcBef>
                <a:spcPts val="0"/>
              </a:spcBef>
              <a:spcAft>
                <a:spcPts val="0"/>
              </a:spcAft>
              <a:buSzPts val="36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22" name="Shape 222"/>
        <p:cNvGrpSpPr/>
        <p:nvPr/>
      </p:nvGrpSpPr>
      <p:grpSpPr>
        <a:xfrm>
          <a:off x="0" y="0"/>
          <a:ext cx="0" cy="0"/>
          <a:chOff x="0" y="0"/>
          <a:chExt cx="0" cy="0"/>
        </a:xfrm>
      </p:grpSpPr>
      <p:sp>
        <p:nvSpPr>
          <p:cNvPr id="223" name="Google Shape;223;p24"/>
          <p:cNvSpPr txBox="1"/>
          <p:nvPr>
            <p:ph type="title"/>
          </p:nvPr>
        </p:nvSpPr>
        <p:spPr>
          <a:xfrm>
            <a:off x="1049249" y="20306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11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24" name="Google Shape;224;p24"/>
          <p:cNvSpPr txBox="1"/>
          <p:nvPr>
            <p:ph idx="1" type="body"/>
          </p:nvPr>
        </p:nvSpPr>
        <p:spPr>
          <a:xfrm>
            <a:off x="1049250" y="23968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25" name="Google Shape;225;p24"/>
          <p:cNvSpPr txBox="1"/>
          <p:nvPr>
            <p:ph idx="2" type="title"/>
          </p:nvPr>
        </p:nvSpPr>
        <p:spPr>
          <a:xfrm>
            <a:off x="1049249" y="35753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26" name="Google Shape;226;p24"/>
          <p:cNvSpPr txBox="1"/>
          <p:nvPr>
            <p:ph idx="3" type="body"/>
          </p:nvPr>
        </p:nvSpPr>
        <p:spPr>
          <a:xfrm>
            <a:off x="1049250" y="39415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27" name="Google Shape;227;p24"/>
          <p:cNvSpPr txBox="1"/>
          <p:nvPr>
            <p:ph idx="4" type="title"/>
          </p:nvPr>
        </p:nvSpPr>
        <p:spPr>
          <a:xfrm>
            <a:off x="3950249" y="20306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28" name="Google Shape;228;p24"/>
          <p:cNvSpPr txBox="1"/>
          <p:nvPr>
            <p:ph idx="5" type="body"/>
          </p:nvPr>
        </p:nvSpPr>
        <p:spPr>
          <a:xfrm>
            <a:off x="3950250" y="23968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29" name="Google Shape;229;p24"/>
          <p:cNvSpPr txBox="1"/>
          <p:nvPr>
            <p:ph idx="6" type="title"/>
          </p:nvPr>
        </p:nvSpPr>
        <p:spPr>
          <a:xfrm>
            <a:off x="3950249" y="35753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30" name="Google Shape;230;p24"/>
          <p:cNvSpPr txBox="1"/>
          <p:nvPr>
            <p:ph idx="7" type="body"/>
          </p:nvPr>
        </p:nvSpPr>
        <p:spPr>
          <a:xfrm>
            <a:off x="3950250" y="39415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31" name="Google Shape;231;p24"/>
          <p:cNvSpPr txBox="1"/>
          <p:nvPr>
            <p:ph idx="8" type="title"/>
          </p:nvPr>
        </p:nvSpPr>
        <p:spPr>
          <a:xfrm>
            <a:off x="6851249" y="20306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32" name="Google Shape;232;p24"/>
          <p:cNvSpPr txBox="1"/>
          <p:nvPr>
            <p:ph idx="9" type="body"/>
          </p:nvPr>
        </p:nvSpPr>
        <p:spPr>
          <a:xfrm>
            <a:off x="6851250" y="23968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33" name="Google Shape;233;p24"/>
          <p:cNvSpPr txBox="1"/>
          <p:nvPr>
            <p:ph idx="13" type="title"/>
          </p:nvPr>
        </p:nvSpPr>
        <p:spPr>
          <a:xfrm>
            <a:off x="6851249" y="3575325"/>
            <a:ext cx="1902000" cy="24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800"/>
              <a:buNone/>
              <a:defRPr sz="800"/>
            </a:lvl1pPr>
            <a:lvl2pPr lvl="1" algn="l">
              <a:lnSpc>
                <a:spcPct val="110000"/>
              </a:lnSpc>
              <a:spcBef>
                <a:spcPts val="0"/>
              </a:spcBef>
              <a:spcAft>
                <a:spcPts val="0"/>
              </a:spcAft>
              <a:buSzPts val="1000"/>
              <a:buNone/>
              <a:defRPr sz="1000"/>
            </a:lvl2pPr>
            <a:lvl3pPr lvl="2" algn="l">
              <a:lnSpc>
                <a:spcPct val="110000"/>
              </a:lnSpc>
              <a:spcBef>
                <a:spcPts val="0"/>
              </a:spcBef>
              <a:spcAft>
                <a:spcPts val="0"/>
              </a:spcAft>
              <a:buSzPts val="1000"/>
              <a:buNone/>
              <a:defRPr sz="1000"/>
            </a:lvl3pPr>
            <a:lvl4pPr lvl="3" algn="l">
              <a:lnSpc>
                <a:spcPct val="110000"/>
              </a:lnSpc>
              <a:spcBef>
                <a:spcPts val="0"/>
              </a:spcBef>
              <a:spcAft>
                <a:spcPts val="0"/>
              </a:spcAft>
              <a:buSzPts val="1000"/>
              <a:buNone/>
              <a:defRPr sz="1000"/>
            </a:lvl4pPr>
            <a:lvl5pPr lvl="4" algn="l">
              <a:lnSpc>
                <a:spcPct val="110000"/>
              </a:lnSpc>
              <a:spcBef>
                <a:spcPts val="0"/>
              </a:spcBef>
              <a:spcAft>
                <a:spcPts val="0"/>
              </a:spcAft>
              <a:buSzPts val="1000"/>
              <a:buNone/>
              <a:defRPr sz="1000"/>
            </a:lvl5pPr>
            <a:lvl6pPr lvl="5" algn="l">
              <a:lnSpc>
                <a:spcPct val="110000"/>
              </a:lnSpc>
              <a:spcBef>
                <a:spcPts val="0"/>
              </a:spcBef>
              <a:spcAft>
                <a:spcPts val="0"/>
              </a:spcAft>
              <a:buSzPts val="1000"/>
              <a:buNone/>
              <a:defRPr sz="1000"/>
            </a:lvl6pPr>
            <a:lvl7pPr lvl="6" algn="l">
              <a:lnSpc>
                <a:spcPct val="110000"/>
              </a:lnSpc>
              <a:spcBef>
                <a:spcPts val="0"/>
              </a:spcBef>
              <a:spcAft>
                <a:spcPts val="0"/>
              </a:spcAft>
              <a:buSzPts val="1000"/>
              <a:buNone/>
              <a:defRPr sz="1000"/>
            </a:lvl7pPr>
            <a:lvl8pPr lvl="7" algn="l">
              <a:lnSpc>
                <a:spcPct val="110000"/>
              </a:lnSpc>
              <a:spcBef>
                <a:spcPts val="0"/>
              </a:spcBef>
              <a:spcAft>
                <a:spcPts val="0"/>
              </a:spcAft>
              <a:buSzPts val="1000"/>
              <a:buNone/>
              <a:defRPr sz="1000"/>
            </a:lvl8pPr>
            <a:lvl9pPr lvl="8" algn="l">
              <a:lnSpc>
                <a:spcPct val="110000"/>
              </a:lnSpc>
              <a:spcBef>
                <a:spcPts val="0"/>
              </a:spcBef>
              <a:spcAft>
                <a:spcPts val="0"/>
              </a:spcAft>
              <a:buSzPts val="1000"/>
              <a:buNone/>
              <a:defRPr sz="1000"/>
            </a:lvl9pPr>
          </a:lstStyle>
          <a:p/>
        </p:txBody>
      </p:sp>
      <p:sp>
        <p:nvSpPr>
          <p:cNvPr id="234" name="Google Shape;234;p24"/>
          <p:cNvSpPr txBox="1"/>
          <p:nvPr>
            <p:ph idx="14" type="body"/>
          </p:nvPr>
        </p:nvSpPr>
        <p:spPr>
          <a:xfrm>
            <a:off x="6851250" y="3941500"/>
            <a:ext cx="1902000" cy="6396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Inter"/>
              <a:buChar char="●"/>
              <a:defRPr sz="800"/>
            </a:lvl1pPr>
            <a:lvl2pPr indent="-279400" lvl="1" marL="914400" algn="l">
              <a:lnSpc>
                <a:spcPct val="115000"/>
              </a:lnSpc>
              <a:spcBef>
                <a:spcPts val="0"/>
              </a:spcBef>
              <a:spcAft>
                <a:spcPts val="0"/>
              </a:spcAft>
              <a:buClr>
                <a:schemeClr val="lt1"/>
              </a:buClr>
              <a:buSzPts val="800"/>
              <a:buFont typeface="Inter"/>
              <a:buChar char="○"/>
              <a:defRPr sz="800"/>
            </a:lvl2pPr>
            <a:lvl3pPr indent="-279400" lvl="2" marL="1371600" algn="l">
              <a:lnSpc>
                <a:spcPct val="115000"/>
              </a:lnSpc>
              <a:spcBef>
                <a:spcPts val="0"/>
              </a:spcBef>
              <a:spcAft>
                <a:spcPts val="0"/>
              </a:spcAft>
              <a:buClr>
                <a:schemeClr val="lt1"/>
              </a:buClr>
              <a:buSzPts val="800"/>
              <a:buFont typeface="Inter"/>
              <a:buChar char="■"/>
              <a:defRPr sz="800"/>
            </a:lvl3pPr>
            <a:lvl4pPr indent="-279400" lvl="3" marL="1828800" algn="l">
              <a:lnSpc>
                <a:spcPct val="115000"/>
              </a:lnSpc>
              <a:spcBef>
                <a:spcPts val="0"/>
              </a:spcBef>
              <a:spcAft>
                <a:spcPts val="0"/>
              </a:spcAft>
              <a:buClr>
                <a:schemeClr val="lt1"/>
              </a:buClr>
              <a:buSzPts val="800"/>
              <a:buFont typeface="Inter"/>
              <a:buChar char="●"/>
              <a:defRPr sz="800"/>
            </a:lvl4pPr>
            <a:lvl5pPr indent="-279400" lvl="4" marL="2286000" algn="l">
              <a:lnSpc>
                <a:spcPct val="115000"/>
              </a:lnSpc>
              <a:spcBef>
                <a:spcPts val="0"/>
              </a:spcBef>
              <a:spcAft>
                <a:spcPts val="0"/>
              </a:spcAft>
              <a:buClr>
                <a:schemeClr val="lt1"/>
              </a:buClr>
              <a:buSzPts val="800"/>
              <a:buFont typeface="Inter"/>
              <a:buChar char="○"/>
              <a:defRPr sz="800"/>
            </a:lvl5pPr>
            <a:lvl6pPr indent="-279400" lvl="5" marL="2743200" algn="l">
              <a:lnSpc>
                <a:spcPct val="115000"/>
              </a:lnSpc>
              <a:spcBef>
                <a:spcPts val="0"/>
              </a:spcBef>
              <a:spcAft>
                <a:spcPts val="0"/>
              </a:spcAft>
              <a:buClr>
                <a:schemeClr val="lt1"/>
              </a:buClr>
              <a:buSzPts val="800"/>
              <a:buFont typeface="Inter"/>
              <a:buChar char="■"/>
              <a:defRPr sz="800"/>
            </a:lvl6pPr>
            <a:lvl7pPr indent="-279400" lvl="6" marL="3200400" algn="l">
              <a:lnSpc>
                <a:spcPct val="115000"/>
              </a:lnSpc>
              <a:spcBef>
                <a:spcPts val="0"/>
              </a:spcBef>
              <a:spcAft>
                <a:spcPts val="0"/>
              </a:spcAft>
              <a:buClr>
                <a:schemeClr val="lt1"/>
              </a:buClr>
              <a:buSzPts val="800"/>
              <a:buFont typeface="Inter"/>
              <a:buChar char="●"/>
              <a:defRPr sz="800"/>
            </a:lvl7pPr>
            <a:lvl8pPr indent="-279400" lvl="7" marL="3657600" algn="l">
              <a:lnSpc>
                <a:spcPct val="115000"/>
              </a:lnSpc>
              <a:spcBef>
                <a:spcPts val="0"/>
              </a:spcBef>
              <a:spcAft>
                <a:spcPts val="0"/>
              </a:spcAft>
              <a:buClr>
                <a:schemeClr val="lt1"/>
              </a:buClr>
              <a:buSzPts val="800"/>
              <a:buFont typeface="Inter"/>
              <a:buChar char="○"/>
              <a:defRPr sz="800"/>
            </a:lvl8pPr>
            <a:lvl9pPr indent="-279400" lvl="8" marL="4114800" algn="l">
              <a:lnSpc>
                <a:spcPct val="115000"/>
              </a:lnSpc>
              <a:spcBef>
                <a:spcPts val="0"/>
              </a:spcBef>
              <a:spcAft>
                <a:spcPts val="0"/>
              </a:spcAft>
              <a:buClr>
                <a:schemeClr val="lt1"/>
              </a:buClr>
              <a:buSzPts val="800"/>
              <a:buFont typeface="Inter"/>
              <a:buChar char="■"/>
              <a:defRPr sz="800"/>
            </a:lvl9pPr>
          </a:lstStyle>
          <a:p/>
        </p:txBody>
      </p:sp>
      <p:sp>
        <p:nvSpPr>
          <p:cNvPr id="235" name="Google Shape;235;p24"/>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36" name="Google Shape;236;p24"/>
          <p:cNvSpPr txBox="1"/>
          <p:nvPr>
            <p:ph idx="15" type="title"/>
          </p:nvPr>
        </p:nvSpPr>
        <p:spPr>
          <a:xfrm>
            <a:off x="283850" y="285900"/>
            <a:ext cx="8571900" cy="8163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600"/>
              <a:buNone/>
              <a:defRPr/>
            </a:lvl1pPr>
            <a:lvl2pPr lvl="1" algn="l">
              <a:lnSpc>
                <a:spcPct val="85000"/>
              </a:lnSpc>
              <a:spcBef>
                <a:spcPts val="0"/>
              </a:spcBef>
              <a:spcAft>
                <a:spcPts val="0"/>
              </a:spcAft>
              <a:buSzPts val="3600"/>
              <a:buNone/>
              <a:defRPr/>
            </a:lvl2pPr>
            <a:lvl3pPr lvl="2" algn="l">
              <a:lnSpc>
                <a:spcPct val="85000"/>
              </a:lnSpc>
              <a:spcBef>
                <a:spcPts val="0"/>
              </a:spcBef>
              <a:spcAft>
                <a:spcPts val="0"/>
              </a:spcAft>
              <a:buSzPts val="3600"/>
              <a:buNone/>
              <a:defRPr/>
            </a:lvl3pPr>
            <a:lvl4pPr lvl="3" algn="l">
              <a:lnSpc>
                <a:spcPct val="85000"/>
              </a:lnSpc>
              <a:spcBef>
                <a:spcPts val="0"/>
              </a:spcBef>
              <a:spcAft>
                <a:spcPts val="0"/>
              </a:spcAft>
              <a:buSzPts val="3600"/>
              <a:buNone/>
              <a:defRPr/>
            </a:lvl4pPr>
            <a:lvl5pPr lvl="4" algn="l">
              <a:lnSpc>
                <a:spcPct val="85000"/>
              </a:lnSpc>
              <a:spcBef>
                <a:spcPts val="0"/>
              </a:spcBef>
              <a:spcAft>
                <a:spcPts val="0"/>
              </a:spcAft>
              <a:buSzPts val="3600"/>
              <a:buNone/>
              <a:defRPr/>
            </a:lvl5pPr>
            <a:lvl6pPr lvl="5" algn="l">
              <a:lnSpc>
                <a:spcPct val="85000"/>
              </a:lnSpc>
              <a:spcBef>
                <a:spcPts val="0"/>
              </a:spcBef>
              <a:spcAft>
                <a:spcPts val="0"/>
              </a:spcAft>
              <a:buSzPts val="3600"/>
              <a:buNone/>
              <a:defRPr/>
            </a:lvl6pPr>
            <a:lvl7pPr lvl="6" algn="l">
              <a:lnSpc>
                <a:spcPct val="85000"/>
              </a:lnSpc>
              <a:spcBef>
                <a:spcPts val="0"/>
              </a:spcBef>
              <a:spcAft>
                <a:spcPts val="0"/>
              </a:spcAft>
              <a:buSzPts val="3600"/>
              <a:buNone/>
              <a:defRPr/>
            </a:lvl7pPr>
            <a:lvl8pPr lvl="7" algn="l">
              <a:lnSpc>
                <a:spcPct val="85000"/>
              </a:lnSpc>
              <a:spcBef>
                <a:spcPts val="0"/>
              </a:spcBef>
              <a:spcAft>
                <a:spcPts val="0"/>
              </a:spcAft>
              <a:buSzPts val="3600"/>
              <a:buNone/>
              <a:defRPr/>
            </a:lvl8pPr>
            <a:lvl9pPr lvl="8" algn="l">
              <a:lnSpc>
                <a:spcPct val="85000"/>
              </a:lnSpc>
              <a:spcBef>
                <a:spcPts val="0"/>
              </a:spcBef>
              <a:spcAft>
                <a:spcPts val="0"/>
              </a:spcAft>
              <a:buSzPts val="3600"/>
              <a:buNone/>
              <a:defRPr/>
            </a:lvl9pPr>
          </a:lstStyle>
          <a:p/>
        </p:txBody>
      </p:sp>
      <p:sp>
        <p:nvSpPr>
          <p:cNvPr id="237" name="Google Shape;237;p24"/>
          <p:cNvSpPr/>
          <p:nvPr>
            <p:ph idx="16" type="pic"/>
          </p:nvPr>
        </p:nvSpPr>
        <p:spPr>
          <a:xfrm>
            <a:off x="290325" y="1862825"/>
            <a:ext cx="663000" cy="1271100"/>
          </a:xfrm>
          <a:prstGeom prst="rect">
            <a:avLst/>
          </a:prstGeom>
          <a:noFill/>
          <a:ln>
            <a:noFill/>
          </a:ln>
        </p:spPr>
      </p:sp>
      <p:sp>
        <p:nvSpPr>
          <p:cNvPr id="238" name="Google Shape;238;p24"/>
          <p:cNvSpPr/>
          <p:nvPr>
            <p:ph idx="17" type="pic"/>
          </p:nvPr>
        </p:nvSpPr>
        <p:spPr>
          <a:xfrm>
            <a:off x="290325" y="3407525"/>
            <a:ext cx="663000" cy="1271100"/>
          </a:xfrm>
          <a:prstGeom prst="rect">
            <a:avLst/>
          </a:prstGeom>
          <a:noFill/>
          <a:ln>
            <a:noFill/>
          </a:ln>
        </p:spPr>
      </p:sp>
      <p:sp>
        <p:nvSpPr>
          <p:cNvPr id="239" name="Google Shape;239;p24"/>
          <p:cNvSpPr/>
          <p:nvPr>
            <p:ph idx="18" type="pic"/>
          </p:nvPr>
        </p:nvSpPr>
        <p:spPr>
          <a:xfrm>
            <a:off x="3191325" y="1862825"/>
            <a:ext cx="663000" cy="1271100"/>
          </a:xfrm>
          <a:prstGeom prst="rect">
            <a:avLst/>
          </a:prstGeom>
          <a:noFill/>
          <a:ln>
            <a:noFill/>
          </a:ln>
        </p:spPr>
      </p:sp>
      <p:sp>
        <p:nvSpPr>
          <p:cNvPr id="240" name="Google Shape;240;p24"/>
          <p:cNvSpPr/>
          <p:nvPr>
            <p:ph idx="19" type="pic"/>
          </p:nvPr>
        </p:nvSpPr>
        <p:spPr>
          <a:xfrm>
            <a:off x="3191325" y="3407525"/>
            <a:ext cx="663000" cy="1271100"/>
          </a:xfrm>
          <a:prstGeom prst="rect">
            <a:avLst/>
          </a:prstGeom>
          <a:noFill/>
          <a:ln>
            <a:noFill/>
          </a:ln>
        </p:spPr>
      </p:sp>
      <p:sp>
        <p:nvSpPr>
          <p:cNvPr id="241" name="Google Shape;241;p24"/>
          <p:cNvSpPr/>
          <p:nvPr>
            <p:ph idx="20" type="pic"/>
          </p:nvPr>
        </p:nvSpPr>
        <p:spPr>
          <a:xfrm>
            <a:off x="6092325" y="1862825"/>
            <a:ext cx="663000" cy="1271100"/>
          </a:xfrm>
          <a:prstGeom prst="rect">
            <a:avLst/>
          </a:prstGeom>
          <a:noFill/>
          <a:ln>
            <a:noFill/>
          </a:ln>
        </p:spPr>
      </p:sp>
      <p:sp>
        <p:nvSpPr>
          <p:cNvPr id="242" name="Google Shape;242;p24"/>
          <p:cNvSpPr/>
          <p:nvPr>
            <p:ph idx="21" type="pic"/>
          </p:nvPr>
        </p:nvSpPr>
        <p:spPr>
          <a:xfrm>
            <a:off x="6092325" y="3407525"/>
            <a:ext cx="663000" cy="1271100"/>
          </a:xfrm>
          <a:prstGeom prst="rect">
            <a:avLst/>
          </a:prstGeom>
          <a:noFill/>
          <a:ln>
            <a:noFill/>
          </a:ln>
        </p:spPr>
      </p:sp>
      <p:sp>
        <p:nvSpPr>
          <p:cNvPr id="243" name="Google Shape;243;p24"/>
          <p:cNvSpPr txBox="1"/>
          <p:nvPr>
            <p:ph idx="22"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4" name="Google Shape;244;p24"/>
          <p:cNvSpPr txBox="1"/>
          <p:nvPr>
            <p:ph idx="23"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Font typeface="Inter"/>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45" name="Shape 245"/>
        <p:cNvGrpSpPr/>
        <p:nvPr/>
      </p:nvGrpSpPr>
      <p:grpSpPr>
        <a:xfrm>
          <a:off x="0" y="0"/>
          <a:ext cx="0" cy="0"/>
          <a:chOff x="0" y="0"/>
          <a:chExt cx="0" cy="0"/>
        </a:xfrm>
      </p:grpSpPr>
      <p:sp>
        <p:nvSpPr>
          <p:cNvPr id="246" name="Google Shape;246;p25"/>
          <p:cNvSpPr/>
          <p:nvPr>
            <p:ph idx="2" type="pic"/>
          </p:nvPr>
        </p:nvSpPr>
        <p:spPr>
          <a:xfrm>
            <a:off x="3186000" y="3242875"/>
            <a:ext cx="2798100" cy="1440600"/>
          </a:xfrm>
          <a:prstGeom prst="rect">
            <a:avLst/>
          </a:prstGeom>
          <a:noFill/>
          <a:ln>
            <a:noFill/>
          </a:ln>
        </p:spPr>
      </p:sp>
      <p:sp>
        <p:nvSpPr>
          <p:cNvPr id="247" name="Google Shape;247;p25"/>
          <p:cNvSpPr/>
          <p:nvPr>
            <p:ph idx="3" type="pic"/>
          </p:nvPr>
        </p:nvSpPr>
        <p:spPr>
          <a:xfrm>
            <a:off x="5984100" y="3242875"/>
            <a:ext cx="1440600" cy="1440600"/>
          </a:xfrm>
          <a:prstGeom prst="rect">
            <a:avLst/>
          </a:prstGeom>
          <a:noFill/>
          <a:ln>
            <a:noFill/>
          </a:ln>
        </p:spPr>
      </p:sp>
      <p:sp>
        <p:nvSpPr>
          <p:cNvPr id="248" name="Google Shape;248;p25"/>
          <p:cNvSpPr/>
          <p:nvPr>
            <p:ph idx="4" type="pic"/>
          </p:nvPr>
        </p:nvSpPr>
        <p:spPr>
          <a:xfrm>
            <a:off x="7412150" y="1440350"/>
            <a:ext cx="1441500" cy="3243000"/>
          </a:xfrm>
          <a:prstGeom prst="rect">
            <a:avLst/>
          </a:prstGeom>
          <a:noFill/>
          <a:ln>
            <a:noFill/>
          </a:ln>
        </p:spPr>
      </p:sp>
      <p:sp>
        <p:nvSpPr>
          <p:cNvPr id="249" name="Google Shape;249;p25"/>
          <p:cNvSpPr/>
          <p:nvPr>
            <p:ph idx="5" type="pic"/>
          </p:nvPr>
        </p:nvSpPr>
        <p:spPr>
          <a:xfrm>
            <a:off x="7412150" y="0"/>
            <a:ext cx="1441500" cy="1440600"/>
          </a:xfrm>
          <a:prstGeom prst="rect">
            <a:avLst/>
          </a:prstGeom>
          <a:noFill/>
          <a:ln>
            <a:noFill/>
          </a:ln>
        </p:spPr>
      </p:sp>
      <p:sp>
        <p:nvSpPr>
          <p:cNvPr id="250" name="Google Shape;250;p25"/>
          <p:cNvSpPr/>
          <p:nvPr>
            <p:ph idx="6" type="pic"/>
          </p:nvPr>
        </p:nvSpPr>
        <p:spPr>
          <a:xfrm>
            <a:off x="3184850" y="0"/>
            <a:ext cx="4227300" cy="3243000"/>
          </a:xfrm>
          <a:prstGeom prst="rect">
            <a:avLst/>
          </a:prstGeom>
          <a:noFill/>
          <a:ln>
            <a:noFill/>
          </a:ln>
        </p:spPr>
      </p:sp>
      <p:sp>
        <p:nvSpPr>
          <p:cNvPr id="251" name="Google Shape;251;p25"/>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52" name="Google Shape;252;p25"/>
          <p:cNvSpPr txBox="1"/>
          <p:nvPr>
            <p:ph idx="7"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25"/>
          <p:cNvSpPr txBox="1"/>
          <p:nvPr>
            <p:ph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54" name="Google Shape;254;p25"/>
          <p:cNvSpPr txBox="1"/>
          <p:nvPr>
            <p:ph idx="8"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600"/>
              <a:buNone/>
              <a:defRPr>
                <a:solidFill>
                  <a:schemeClr val="dk1"/>
                </a:solidFill>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55" name="Google Shape;255;p25"/>
          <p:cNvSpPr txBox="1"/>
          <p:nvPr>
            <p:ph idx="9" type="title"/>
          </p:nvPr>
        </p:nvSpPr>
        <p:spPr>
          <a:xfrm>
            <a:off x="283850" y="285900"/>
            <a:ext cx="2773200" cy="816300"/>
          </a:xfrm>
          <a:prstGeom prst="rect">
            <a:avLst/>
          </a:prstGeom>
          <a:noFill/>
          <a:ln>
            <a:noFill/>
          </a:ln>
        </p:spPr>
        <p:txBody>
          <a:bodyPr anchorCtr="0" anchor="t" bIns="0" lIns="0" spcFirstLastPara="1" rIns="0" wrap="square" tIns="0">
            <a:spAutoFit/>
          </a:bodyPr>
          <a:lstStyle>
            <a:lvl1pPr lvl="0" algn="l">
              <a:lnSpc>
                <a:spcPct val="85000"/>
              </a:lnSpc>
              <a:spcBef>
                <a:spcPts val="0"/>
              </a:spcBef>
              <a:spcAft>
                <a:spcPts val="0"/>
              </a:spcAft>
              <a:buSzPts val="3000"/>
              <a:buNone/>
              <a:defRPr sz="3000">
                <a:solidFill>
                  <a:schemeClr val="dk1"/>
                </a:solidFill>
              </a:defRPr>
            </a:lvl1pPr>
            <a:lvl2pPr lvl="1" algn="l">
              <a:lnSpc>
                <a:spcPct val="85000"/>
              </a:lnSpc>
              <a:spcBef>
                <a:spcPts val="0"/>
              </a:spcBef>
              <a:spcAft>
                <a:spcPts val="0"/>
              </a:spcAft>
              <a:buSzPts val="3000"/>
              <a:buNone/>
              <a:defRPr sz="3000">
                <a:solidFill>
                  <a:schemeClr val="dk1"/>
                </a:solidFill>
              </a:defRPr>
            </a:lvl2pPr>
            <a:lvl3pPr lvl="2" algn="l">
              <a:lnSpc>
                <a:spcPct val="85000"/>
              </a:lnSpc>
              <a:spcBef>
                <a:spcPts val="0"/>
              </a:spcBef>
              <a:spcAft>
                <a:spcPts val="0"/>
              </a:spcAft>
              <a:buSzPts val="3000"/>
              <a:buNone/>
              <a:defRPr sz="3000">
                <a:solidFill>
                  <a:schemeClr val="dk1"/>
                </a:solidFill>
              </a:defRPr>
            </a:lvl3pPr>
            <a:lvl4pPr lvl="3" algn="l">
              <a:lnSpc>
                <a:spcPct val="85000"/>
              </a:lnSpc>
              <a:spcBef>
                <a:spcPts val="0"/>
              </a:spcBef>
              <a:spcAft>
                <a:spcPts val="0"/>
              </a:spcAft>
              <a:buSzPts val="3000"/>
              <a:buNone/>
              <a:defRPr sz="3000">
                <a:solidFill>
                  <a:schemeClr val="dk1"/>
                </a:solidFill>
              </a:defRPr>
            </a:lvl4pPr>
            <a:lvl5pPr lvl="4" algn="l">
              <a:lnSpc>
                <a:spcPct val="85000"/>
              </a:lnSpc>
              <a:spcBef>
                <a:spcPts val="0"/>
              </a:spcBef>
              <a:spcAft>
                <a:spcPts val="0"/>
              </a:spcAft>
              <a:buSzPts val="3000"/>
              <a:buNone/>
              <a:defRPr sz="3000">
                <a:solidFill>
                  <a:schemeClr val="dk1"/>
                </a:solidFill>
              </a:defRPr>
            </a:lvl5pPr>
            <a:lvl6pPr lvl="5" algn="l">
              <a:lnSpc>
                <a:spcPct val="85000"/>
              </a:lnSpc>
              <a:spcBef>
                <a:spcPts val="0"/>
              </a:spcBef>
              <a:spcAft>
                <a:spcPts val="0"/>
              </a:spcAft>
              <a:buSzPts val="3000"/>
              <a:buNone/>
              <a:defRPr sz="3000">
                <a:solidFill>
                  <a:schemeClr val="dk1"/>
                </a:solidFill>
              </a:defRPr>
            </a:lvl6pPr>
            <a:lvl7pPr lvl="6" algn="l">
              <a:lnSpc>
                <a:spcPct val="85000"/>
              </a:lnSpc>
              <a:spcBef>
                <a:spcPts val="0"/>
              </a:spcBef>
              <a:spcAft>
                <a:spcPts val="0"/>
              </a:spcAft>
              <a:buSzPts val="3000"/>
              <a:buNone/>
              <a:defRPr sz="3000">
                <a:solidFill>
                  <a:schemeClr val="dk1"/>
                </a:solidFill>
              </a:defRPr>
            </a:lvl7pPr>
            <a:lvl8pPr lvl="7" algn="l">
              <a:lnSpc>
                <a:spcPct val="85000"/>
              </a:lnSpc>
              <a:spcBef>
                <a:spcPts val="0"/>
              </a:spcBef>
              <a:spcAft>
                <a:spcPts val="0"/>
              </a:spcAft>
              <a:buSzPts val="3000"/>
              <a:buNone/>
              <a:defRPr sz="3000">
                <a:solidFill>
                  <a:schemeClr val="dk1"/>
                </a:solidFill>
              </a:defRPr>
            </a:lvl8pPr>
            <a:lvl9pPr lvl="8" algn="l">
              <a:lnSpc>
                <a:spcPct val="85000"/>
              </a:lnSpc>
              <a:spcBef>
                <a:spcPts val="0"/>
              </a:spcBef>
              <a:spcAft>
                <a:spcPts val="0"/>
              </a:spcAft>
              <a:buSzPts val="3000"/>
              <a:buNone/>
              <a:defRPr sz="3000">
                <a:solidFill>
                  <a:schemeClr val="dk1"/>
                </a:solidFill>
              </a:defRPr>
            </a:lvl9pPr>
          </a:lstStyle>
          <a:p/>
        </p:txBody>
      </p:sp>
      <p:sp>
        <p:nvSpPr>
          <p:cNvPr id="256" name="Google Shape;256;p25"/>
          <p:cNvSpPr txBox="1"/>
          <p:nvPr>
            <p:ph idx="1" type="body"/>
          </p:nvPr>
        </p:nvSpPr>
        <p:spPr>
          <a:xfrm>
            <a:off x="283850" y="2636275"/>
            <a:ext cx="2767200" cy="20463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Inter"/>
              <a:buChar char="●"/>
              <a:defRPr sz="1000">
                <a:solidFill>
                  <a:schemeClr val="dk1"/>
                </a:solidFill>
              </a:defRPr>
            </a:lvl1pPr>
            <a:lvl2pPr indent="-292100" lvl="1" marL="914400" algn="l">
              <a:lnSpc>
                <a:spcPct val="115000"/>
              </a:lnSpc>
              <a:spcBef>
                <a:spcPts val="0"/>
              </a:spcBef>
              <a:spcAft>
                <a:spcPts val="0"/>
              </a:spcAft>
              <a:buClr>
                <a:schemeClr val="dk1"/>
              </a:buClr>
              <a:buSzPts val="1000"/>
              <a:buFont typeface="Inter"/>
              <a:buChar char="○"/>
              <a:defRPr sz="1000">
                <a:solidFill>
                  <a:schemeClr val="dk1"/>
                </a:solidFill>
              </a:defRPr>
            </a:lvl2pPr>
            <a:lvl3pPr indent="-292100" lvl="2" marL="1371600" algn="l">
              <a:lnSpc>
                <a:spcPct val="115000"/>
              </a:lnSpc>
              <a:spcBef>
                <a:spcPts val="0"/>
              </a:spcBef>
              <a:spcAft>
                <a:spcPts val="0"/>
              </a:spcAft>
              <a:buClr>
                <a:schemeClr val="dk1"/>
              </a:buClr>
              <a:buSzPts val="1000"/>
              <a:buFont typeface="Inter"/>
              <a:buChar char="■"/>
              <a:defRPr sz="1000">
                <a:solidFill>
                  <a:schemeClr val="dk1"/>
                </a:solidFill>
              </a:defRPr>
            </a:lvl3pPr>
            <a:lvl4pPr indent="-292100" lvl="3" marL="1828800" algn="l">
              <a:lnSpc>
                <a:spcPct val="115000"/>
              </a:lnSpc>
              <a:spcBef>
                <a:spcPts val="0"/>
              </a:spcBef>
              <a:spcAft>
                <a:spcPts val="0"/>
              </a:spcAft>
              <a:buClr>
                <a:schemeClr val="dk1"/>
              </a:buClr>
              <a:buSzPts val="1000"/>
              <a:buFont typeface="Inter"/>
              <a:buChar char="●"/>
              <a:defRPr sz="1000">
                <a:solidFill>
                  <a:schemeClr val="dk1"/>
                </a:solidFill>
              </a:defRPr>
            </a:lvl4pPr>
            <a:lvl5pPr indent="-292100" lvl="4" marL="2286000" algn="l">
              <a:lnSpc>
                <a:spcPct val="115000"/>
              </a:lnSpc>
              <a:spcBef>
                <a:spcPts val="0"/>
              </a:spcBef>
              <a:spcAft>
                <a:spcPts val="0"/>
              </a:spcAft>
              <a:buClr>
                <a:schemeClr val="dk1"/>
              </a:buClr>
              <a:buSzPts val="1000"/>
              <a:buFont typeface="Inter"/>
              <a:buChar char="○"/>
              <a:defRPr sz="1000">
                <a:solidFill>
                  <a:schemeClr val="dk1"/>
                </a:solidFill>
              </a:defRPr>
            </a:lvl5pPr>
            <a:lvl6pPr indent="-292100" lvl="5" marL="2743200" algn="l">
              <a:lnSpc>
                <a:spcPct val="115000"/>
              </a:lnSpc>
              <a:spcBef>
                <a:spcPts val="0"/>
              </a:spcBef>
              <a:spcAft>
                <a:spcPts val="0"/>
              </a:spcAft>
              <a:buClr>
                <a:schemeClr val="dk1"/>
              </a:buClr>
              <a:buSzPts val="1000"/>
              <a:buFont typeface="Inter"/>
              <a:buChar char="■"/>
              <a:defRPr sz="1000">
                <a:solidFill>
                  <a:schemeClr val="dk1"/>
                </a:solidFill>
              </a:defRPr>
            </a:lvl6pPr>
            <a:lvl7pPr indent="-292100" lvl="6" marL="3200400" algn="l">
              <a:lnSpc>
                <a:spcPct val="115000"/>
              </a:lnSpc>
              <a:spcBef>
                <a:spcPts val="0"/>
              </a:spcBef>
              <a:spcAft>
                <a:spcPts val="0"/>
              </a:spcAft>
              <a:buClr>
                <a:schemeClr val="dk1"/>
              </a:buClr>
              <a:buSzPts val="1000"/>
              <a:buFont typeface="Inter"/>
              <a:buChar char="●"/>
              <a:defRPr sz="1000">
                <a:solidFill>
                  <a:schemeClr val="dk1"/>
                </a:solidFill>
              </a:defRPr>
            </a:lvl7pPr>
            <a:lvl8pPr indent="-292100" lvl="7" marL="3657600" algn="l">
              <a:lnSpc>
                <a:spcPct val="115000"/>
              </a:lnSpc>
              <a:spcBef>
                <a:spcPts val="0"/>
              </a:spcBef>
              <a:spcAft>
                <a:spcPts val="0"/>
              </a:spcAft>
              <a:buClr>
                <a:schemeClr val="dk1"/>
              </a:buClr>
              <a:buSzPts val="1000"/>
              <a:buFont typeface="Inter"/>
              <a:buChar char="○"/>
              <a:defRPr sz="1000">
                <a:solidFill>
                  <a:schemeClr val="dk1"/>
                </a:solidFill>
              </a:defRPr>
            </a:lvl8pPr>
            <a:lvl9pPr indent="-292100" lvl="8" marL="4114800" algn="l">
              <a:lnSpc>
                <a:spcPct val="115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SzPts val="5200"/>
              <a:buNone/>
              <a:defRPr sz="5200"/>
            </a:lvl1pPr>
            <a:lvl2pPr lvl="1" algn="ctr">
              <a:lnSpc>
                <a:spcPct val="115000"/>
              </a:lnSpc>
              <a:spcBef>
                <a:spcPts val="0"/>
              </a:spcBef>
              <a:spcAft>
                <a:spcPts val="0"/>
              </a:spcAft>
              <a:buSzPts val="5200"/>
              <a:buNone/>
              <a:defRPr sz="5200"/>
            </a:lvl2pPr>
            <a:lvl3pPr lvl="2" algn="ctr">
              <a:lnSpc>
                <a:spcPct val="115000"/>
              </a:lnSpc>
              <a:spcBef>
                <a:spcPts val="0"/>
              </a:spcBef>
              <a:spcAft>
                <a:spcPts val="0"/>
              </a:spcAft>
              <a:buSzPts val="5200"/>
              <a:buNone/>
              <a:defRPr sz="5200"/>
            </a:lvl3pPr>
            <a:lvl4pPr lvl="3" algn="ctr">
              <a:lnSpc>
                <a:spcPct val="115000"/>
              </a:lnSpc>
              <a:spcBef>
                <a:spcPts val="0"/>
              </a:spcBef>
              <a:spcAft>
                <a:spcPts val="0"/>
              </a:spcAft>
              <a:buSzPts val="5200"/>
              <a:buNone/>
              <a:defRPr sz="5200"/>
            </a:lvl4pPr>
            <a:lvl5pPr lvl="4" algn="ctr">
              <a:lnSpc>
                <a:spcPct val="115000"/>
              </a:lnSpc>
              <a:spcBef>
                <a:spcPts val="0"/>
              </a:spcBef>
              <a:spcAft>
                <a:spcPts val="0"/>
              </a:spcAft>
              <a:buSzPts val="5200"/>
              <a:buNone/>
              <a:defRPr sz="5200"/>
            </a:lvl5pPr>
            <a:lvl6pPr lvl="5" algn="ctr">
              <a:lnSpc>
                <a:spcPct val="115000"/>
              </a:lnSpc>
              <a:spcBef>
                <a:spcPts val="0"/>
              </a:spcBef>
              <a:spcAft>
                <a:spcPts val="0"/>
              </a:spcAft>
              <a:buSzPts val="5200"/>
              <a:buNone/>
              <a:defRPr sz="5200"/>
            </a:lvl6pPr>
            <a:lvl7pPr lvl="6" algn="ctr">
              <a:lnSpc>
                <a:spcPct val="115000"/>
              </a:lnSpc>
              <a:spcBef>
                <a:spcPts val="0"/>
              </a:spcBef>
              <a:spcAft>
                <a:spcPts val="0"/>
              </a:spcAft>
              <a:buSzPts val="5200"/>
              <a:buNone/>
              <a:defRPr sz="5200"/>
            </a:lvl7pPr>
            <a:lvl8pPr lvl="7" algn="ctr">
              <a:lnSpc>
                <a:spcPct val="115000"/>
              </a:lnSpc>
              <a:spcBef>
                <a:spcPts val="0"/>
              </a:spcBef>
              <a:spcAft>
                <a:spcPts val="0"/>
              </a:spcAft>
              <a:buSzPts val="5200"/>
              <a:buNone/>
              <a:defRPr sz="5200"/>
            </a:lvl8pPr>
            <a:lvl9pPr lvl="8" algn="ctr">
              <a:lnSpc>
                <a:spcPct val="115000"/>
              </a:lnSpc>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SzPts val="3600"/>
              <a:buNone/>
              <a:defRPr sz="3600"/>
            </a:lvl1pPr>
            <a:lvl2pPr lvl="1" algn="ctr">
              <a:lnSpc>
                <a:spcPct val="115000"/>
              </a:lnSpc>
              <a:spcBef>
                <a:spcPts val="0"/>
              </a:spcBef>
              <a:spcAft>
                <a:spcPts val="0"/>
              </a:spcAft>
              <a:buSzPts val="3600"/>
              <a:buNone/>
              <a:defRPr sz="3600"/>
            </a:lvl2pPr>
            <a:lvl3pPr lvl="2" algn="ctr">
              <a:lnSpc>
                <a:spcPct val="115000"/>
              </a:lnSpc>
              <a:spcBef>
                <a:spcPts val="0"/>
              </a:spcBef>
              <a:spcAft>
                <a:spcPts val="0"/>
              </a:spcAft>
              <a:buSzPts val="3600"/>
              <a:buNone/>
              <a:defRPr sz="3600"/>
            </a:lvl3pPr>
            <a:lvl4pPr lvl="3" algn="ctr">
              <a:lnSpc>
                <a:spcPct val="115000"/>
              </a:lnSpc>
              <a:spcBef>
                <a:spcPts val="0"/>
              </a:spcBef>
              <a:spcAft>
                <a:spcPts val="0"/>
              </a:spcAft>
              <a:buSzPts val="3600"/>
              <a:buNone/>
              <a:defRPr sz="3600"/>
            </a:lvl4pPr>
            <a:lvl5pPr lvl="4" algn="ctr">
              <a:lnSpc>
                <a:spcPct val="115000"/>
              </a:lnSpc>
              <a:spcBef>
                <a:spcPts val="0"/>
              </a:spcBef>
              <a:spcAft>
                <a:spcPts val="0"/>
              </a:spcAft>
              <a:buSzPts val="3600"/>
              <a:buNone/>
              <a:defRPr sz="3600"/>
            </a:lvl5pPr>
            <a:lvl6pPr lvl="5" algn="ctr">
              <a:lnSpc>
                <a:spcPct val="115000"/>
              </a:lnSpc>
              <a:spcBef>
                <a:spcPts val="0"/>
              </a:spcBef>
              <a:spcAft>
                <a:spcPts val="0"/>
              </a:spcAft>
              <a:buSzPts val="3600"/>
              <a:buNone/>
              <a:defRPr sz="3600"/>
            </a:lvl6pPr>
            <a:lvl7pPr lvl="6" algn="ctr">
              <a:lnSpc>
                <a:spcPct val="115000"/>
              </a:lnSpc>
              <a:spcBef>
                <a:spcPts val="0"/>
              </a:spcBef>
              <a:spcAft>
                <a:spcPts val="0"/>
              </a:spcAft>
              <a:buSzPts val="3600"/>
              <a:buNone/>
              <a:defRPr sz="3600"/>
            </a:lvl7pPr>
            <a:lvl8pPr lvl="7" algn="ctr">
              <a:lnSpc>
                <a:spcPct val="115000"/>
              </a:lnSpc>
              <a:spcBef>
                <a:spcPts val="0"/>
              </a:spcBef>
              <a:spcAft>
                <a:spcPts val="0"/>
              </a:spcAft>
              <a:buSzPts val="3600"/>
              <a:buNone/>
              <a:defRPr sz="3600"/>
            </a:lvl8pPr>
            <a:lvl9pPr lvl="8" algn="ctr">
              <a:lnSpc>
                <a:spcPct val="115000"/>
              </a:lnSpc>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a:noFill/>
          <a:ln>
            <a:noFill/>
          </a:ln>
        </p:spPr>
        <p:txBody>
          <a:bodyPr anchorCtr="0" anchor="t" bIns="0" lIns="0" spcFirstLastPara="1" rIns="0" wrap="square" tIns="0">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2400"/>
              <a:buNone/>
              <a:defRPr sz="2400"/>
            </a:lvl1pPr>
            <a:lvl2pPr lvl="1" algn="l">
              <a:lnSpc>
                <a:spcPct val="115000"/>
              </a:lnSpc>
              <a:spcBef>
                <a:spcPts val="0"/>
              </a:spcBef>
              <a:spcAft>
                <a:spcPts val="0"/>
              </a:spcAft>
              <a:buSzPts val="2400"/>
              <a:buNone/>
              <a:defRPr sz="2400"/>
            </a:lvl2pPr>
            <a:lvl3pPr lvl="2" algn="l">
              <a:lnSpc>
                <a:spcPct val="115000"/>
              </a:lnSpc>
              <a:spcBef>
                <a:spcPts val="0"/>
              </a:spcBef>
              <a:spcAft>
                <a:spcPts val="0"/>
              </a:spcAft>
              <a:buSzPts val="2400"/>
              <a:buNone/>
              <a:defRPr sz="2400"/>
            </a:lvl3pPr>
            <a:lvl4pPr lvl="3" algn="l">
              <a:lnSpc>
                <a:spcPct val="115000"/>
              </a:lnSpc>
              <a:spcBef>
                <a:spcPts val="0"/>
              </a:spcBef>
              <a:spcAft>
                <a:spcPts val="0"/>
              </a:spcAft>
              <a:buSzPts val="2400"/>
              <a:buNone/>
              <a:defRPr sz="2400"/>
            </a:lvl4pPr>
            <a:lvl5pPr lvl="4" algn="l">
              <a:lnSpc>
                <a:spcPct val="115000"/>
              </a:lnSpc>
              <a:spcBef>
                <a:spcPts val="0"/>
              </a:spcBef>
              <a:spcAft>
                <a:spcPts val="0"/>
              </a:spcAft>
              <a:buSzPts val="2400"/>
              <a:buNone/>
              <a:defRPr sz="2400"/>
            </a:lvl5pPr>
            <a:lvl6pPr lvl="5" algn="l">
              <a:lnSpc>
                <a:spcPct val="115000"/>
              </a:lnSpc>
              <a:spcBef>
                <a:spcPts val="0"/>
              </a:spcBef>
              <a:spcAft>
                <a:spcPts val="0"/>
              </a:spcAft>
              <a:buSzPts val="2400"/>
              <a:buNone/>
              <a:defRPr sz="2400"/>
            </a:lvl6pPr>
            <a:lvl7pPr lvl="6" algn="l">
              <a:lnSpc>
                <a:spcPct val="115000"/>
              </a:lnSpc>
              <a:spcBef>
                <a:spcPts val="0"/>
              </a:spcBef>
              <a:spcAft>
                <a:spcPts val="0"/>
              </a:spcAft>
              <a:buSzPts val="2400"/>
              <a:buNone/>
              <a:defRPr sz="2400"/>
            </a:lvl7pPr>
            <a:lvl8pPr lvl="7" algn="l">
              <a:lnSpc>
                <a:spcPct val="115000"/>
              </a:lnSpc>
              <a:spcBef>
                <a:spcPts val="0"/>
              </a:spcBef>
              <a:spcAft>
                <a:spcPts val="0"/>
              </a:spcAft>
              <a:buSzPts val="2400"/>
              <a:buNone/>
              <a:defRPr sz="2400"/>
            </a:lvl8pPr>
            <a:lvl9pPr lvl="8" algn="l">
              <a:lnSpc>
                <a:spcPct val="115000"/>
              </a:lnSpc>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4800"/>
              <a:buNone/>
              <a:defRPr sz="4800"/>
            </a:lvl1pPr>
            <a:lvl2pPr lvl="1" algn="l">
              <a:lnSpc>
                <a:spcPct val="115000"/>
              </a:lnSpc>
              <a:spcBef>
                <a:spcPts val="0"/>
              </a:spcBef>
              <a:spcAft>
                <a:spcPts val="0"/>
              </a:spcAft>
              <a:buSzPts val="4800"/>
              <a:buNone/>
              <a:defRPr sz="4800"/>
            </a:lvl2pPr>
            <a:lvl3pPr lvl="2" algn="l">
              <a:lnSpc>
                <a:spcPct val="115000"/>
              </a:lnSpc>
              <a:spcBef>
                <a:spcPts val="0"/>
              </a:spcBef>
              <a:spcAft>
                <a:spcPts val="0"/>
              </a:spcAft>
              <a:buSzPts val="4800"/>
              <a:buNone/>
              <a:defRPr sz="4800"/>
            </a:lvl3pPr>
            <a:lvl4pPr lvl="3" algn="l">
              <a:lnSpc>
                <a:spcPct val="115000"/>
              </a:lnSpc>
              <a:spcBef>
                <a:spcPts val="0"/>
              </a:spcBef>
              <a:spcAft>
                <a:spcPts val="0"/>
              </a:spcAft>
              <a:buSzPts val="4800"/>
              <a:buNone/>
              <a:defRPr sz="4800"/>
            </a:lvl4pPr>
            <a:lvl5pPr lvl="4" algn="l">
              <a:lnSpc>
                <a:spcPct val="115000"/>
              </a:lnSpc>
              <a:spcBef>
                <a:spcPts val="0"/>
              </a:spcBef>
              <a:spcAft>
                <a:spcPts val="0"/>
              </a:spcAft>
              <a:buSzPts val="4800"/>
              <a:buNone/>
              <a:defRPr sz="4800"/>
            </a:lvl5pPr>
            <a:lvl6pPr lvl="5" algn="l">
              <a:lnSpc>
                <a:spcPct val="115000"/>
              </a:lnSpc>
              <a:spcBef>
                <a:spcPts val="0"/>
              </a:spcBef>
              <a:spcAft>
                <a:spcPts val="0"/>
              </a:spcAft>
              <a:buSzPts val="4800"/>
              <a:buNone/>
              <a:defRPr sz="4800"/>
            </a:lvl6pPr>
            <a:lvl7pPr lvl="6" algn="l">
              <a:lnSpc>
                <a:spcPct val="115000"/>
              </a:lnSpc>
              <a:spcBef>
                <a:spcPts val="0"/>
              </a:spcBef>
              <a:spcAft>
                <a:spcPts val="0"/>
              </a:spcAft>
              <a:buSzPts val="4800"/>
              <a:buNone/>
              <a:defRPr sz="4800"/>
            </a:lvl7pPr>
            <a:lvl8pPr lvl="7" algn="l">
              <a:lnSpc>
                <a:spcPct val="115000"/>
              </a:lnSpc>
              <a:spcBef>
                <a:spcPts val="0"/>
              </a:spcBef>
              <a:spcAft>
                <a:spcPts val="0"/>
              </a:spcAft>
              <a:buSzPts val="4800"/>
              <a:buNone/>
              <a:defRPr sz="4800"/>
            </a:lvl8pPr>
            <a:lvl9pPr lvl="8" algn="l">
              <a:lnSpc>
                <a:spcPct val="115000"/>
              </a:lnSpc>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SzPts val="4200"/>
              <a:buNone/>
              <a:defRPr sz="4200"/>
            </a:lvl1pPr>
            <a:lvl2pPr lvl="1" algn="ctr">
              <a:lnSpc>
                <a:spcPct val="115000"/>
              </a:lnSpc>
              <a:spcBef>
                <a:spcPts val="0"/>
              </a:spcBef>
              <a:spcAft>
                <a:spcPts val="0"/>
              </a:spcAft>
              <a:buSzPts val="4200"/>
              <a:buNone/>
              <a:defRPr sz="4200"/>
            </a:lvl2pPr>
            <a:lvl3pPr lvl="2" algn="ctr">
              <a:lnSpc>
                <a:spcPct val="115000"/>
              </a:lnSpc>
              <a:spcBef>
                <a:spcPts val="0"/>
              </a:spcBef>
              <a:spcAft>
                <a:spcPts val="0"/>
              </a:spcAft>
              <a:buSzPts val="4200"/>
              <a:buNone/>
              <a:defRPr sz="4200"/>
            </a:lvl3pPr>
            <a:lvl4pPr lvl="3" algn="ctr">
              <a:lnSpc>
                <a:spcPct val="115000"/>
              </a:lnSpc>
              <a:spcBef>
                <a:spcPts val="0"/>
              </a:spcBef>
              <a:spcAft>
                <a:spcPts val="0"/>
              </a:spcAft>
              <a:buSzPts val="4200"/>
              <a:buNone/>
              <a:defRPr sz="4200"/>
            </a:lvl4pPr>
            <a:lvl5pPr lvl="4" algn="ctr">
              <a:lnSpc>
                <a:spcPct val="115000"/>
              </a:lnSpc>
              <a:spcBef>
                <a:spcPts val="0"/>
              </a:spcBef>
              <a:spcAft>
                <a:spcPts val="0"/>
              </a:spcAft>
              <a:buSzPts val="4200"/>
              <a:buNone/>
              <a:defRPr sz="4200"/>
            </a:lvl5pPr>
            <a:lvl6pPr lvl="5" algn="ctr">
              <a:lnSpc>
                <a:spcPct val="115000"/>
              </a:lnSpc>
              <a:spcBef>
                <a:spcPts val="0"/>
              </a:spcBef>
              <a:spcAft>
                <a:spcPts val="0"/>
              </a:spcAft>
              <a:buSzPts val="4200"/>
              <a:buNone/>
              <a:defRPr sz="4200"/>
            </a:lvl6pPr>
            <a:lvl7pPr lvl="6" algn="ctr">
              <a:lnSpc>
                <a:spcPct val="115000"/>
              </a:lnSpc>
              <a:spcBef>
                <a:spcPts val="0"/>
              </a:spcBef>
              <a:spcAft>
                <a:spcPts val="0"/>
              </a:spcAft>
              <a:buSzPts val="4200"/>
              <a:buNone/>
              <a:defRPr sz="4200"/>
            </a:lvl7pPr>
            <a:lvl8pPr lvl="7" algn="ctr">
              <a:lnSpc>
                <a:spcPct val="115000"/>
              </a:lnSpc>
              <a:spcBef>
                <a:spcPts val="0"/>
              </a:spcBef>
              <a:spcAft>
                <a:spcPts val="0"/>
              </a:spcAft>
              <a:buSzPts val="4200"/>
              <a:buNone/>
              <a:defRPr sz="4200"/>
            </a:lvl8pPr>
            <a:lvl9pPr lvl="8" algn="ctr">
              <a:lnSpc>
                <a:spcPct val="115000"/>
              </a:lnSpc>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200"/>
              <a:buNone/>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type="title"/>
          </p:nvPr>
        </p:nvSpPr>
        <p:spPr>
          <a:xfrm>
            <a:off x="311700" y="1106125"/>
            <a:ext cx="8520600" cy="19635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SzPts val="12000"/>
              <a:buNone/>
              <a:defRPr sz="12000"/>
            </a:lvl1pPr>
            <a:lvl2pPr lvl="1" algn="ctr">
              <a:lnSpc>
                <a:spcPct val="115000"/>
              </a:lnSpc>
              <a:spcBef>
                <a:spcPts val="0"/>
              </a:spcBef>
              <a:spcAft>
                <a:spcPts val="0"/>
              </a:spcAft>
              <a:buSzPts val="12000"/>
              <a:buNone/>
              <a:defRPr sz="12000"/>
            </a:lvl2pPr>
            <a:lvl3pPr lvl="2" algn="ctr">
              <a:lnSpc>
                <a:spcPct val="115000"/>
              </a:lnSpc>
              <a:spcBef>
                <a:spcPts val="0"/>
              </a:spcBef>
              <a:spcAft>
                <a:spcPts val="0"/>
              </a:spcAft>
              <a:buSzPts val="12000"/>
              <a:buNone/>
              <a:defRPr sz="12000"/>
            </a:lvl3pPr>
            <a:lvl4pPr lvl="3" algn="ctr">
              <a:lnSpc>
                <a:spcPct val="115000"/>
              </a:lnSpc>
              <a:spcBef>
                <a:spcPts val="0"/>
              </a:spcBef>
              <a:spcAft>
                <a:spcPts val="0"/>
              </a:spcAft>
              <a:buSzPts val="12000"/>
              <a:buNone/>
              <a:defRPr sz="12000"/>
            </a:lvl4pPr>
            <a:lvl5pPr lvl="4" algn="ctr">
              <a:lnSpc>
                <a:spcPct val="115000"/>
              </a:lnSpc>
              <a:spcBef>
                <a:spcPts val="0"/>
              </a:spcBef>
              <a:spcAft>
                <a:spcPts val="0"/>
              </a:spcAft>
              <a:buSzPts val="12000"/>
              <a:buNone/>
              <a:defRPr sz="12000"/>
            </a:lvl5pPr>
            <a:lvl6pPr lvl="5" algn="ctr">
              <a:lnSpc>
                <a:spcPct val="115000"/>
              </a:lnSpc>
              <a:spcBef>
                <a:spcPts val="0"/>
              </a:spcBef>
              <a:spcAft>
                <a:spcPts val="0"/>
              </a:spcAft>
              <a:buSzPts val="12000"/>
              <a:buNone/>
              <a:defRPr sz="12000"/>
            </a:lvl6pPr>
            <a:lvl7pPr lvl="6" algn="ctr">
              <a:lnSpc>
                <a:spcPct val="115000"/>
              </a:lnSpc>
              <a:spcBef>
                <a:spcPts val="0"/>
              </a:spcBef>
              <a:spcAft>
                <a:spcPts val="0"/>
              </a:spcAft>
              <a:buSzPts val="12000"/>
              <a:buNone/>
              <a:defRPr sz="12000"/>
            </a:lvl7pPr>
            <a:lvl8pPr lvl="7" algn="ctr">
              <a:lnSpc>
                <a:spcPct val="115000"/>
              </a:lnSpc>
              <a:spcBef>
                <a:spcPts val="0"/>
              </a:spcBef>
              <a:spcAft>
                <a:spcPts val="0"/>
              </a:spcAft>
              <a:buSzPts val="12000"/>
              <a:buNone/>
              <a:defRPr sz="12000"/>
            </a:lvl8pPr>
            <a:lvl9pPr lvl="8" algn="ctr">
              <a:lnSpc>
                <a:spcPct val="115000"/>
              </a:lnSpc>
              <a:spcBef>
                <a:spcPts val="0"/>
              </a:spcBef>
              <a:spcAft>
                <a:spcPts val="0"/>
              </a:spcAft>
              <a:buSzPts val="12000"/>
              <a:buNone/>
              <a:defRPr sz="12000"/>
            </a:lvl9pPr>
          </a:lstStyle>
          <a:p/>
        </p:txBody>
      </p:sp>
      <p:sp>
        <p:nvSpPr>
          <p:cNvPr id="284" name="Google Shape;284;p3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Char char="●"/>
              <a:defRPr/>
            </a:lvl1pPr>
            <a:lvl2pPr indent="-304800" lvl="1" marL="914400" algn="ctr">
              <a:lnSpc>
                <a:spcPct val="115000"/>
              </a:lnSpc>
              <a:spcBef>
                <a:spcPts val="0"/>
              </a:spcBef>
              <a:spcAft>
                <a:spcPts val="0"/>
              </a:spcAft>
              <a:buSzPts val="1200"/>
              <a:buChar char="○"/>
              <a:defRPr/>
            </a:lvl2pPr>
            <a:lvl3pPr indent="-304800" lvl="2" marL="1371600" algn="ctr">
              <a:lnSpc>
                <a:spcPct val="115000"/>
              </a:lnSpc>
              <a:spcBef>
                <a:spcPts val="0"/>
              </a:spcBef>
              <a:spcAft>
                <a:spcPts val="0"/>
              </a:spcAft>
              <a:buSzPts val="1200"/>
              <a:buChar char="■"/>
              <a:defRPr/>
            </a:lvl3pPr>
            <a:lvl4pPr indent="-304800" lvl="3" marL="1828800" algn="ctr">
              <a:lnSpc>
                <a:spcPct val="115000"/>
              </a:lnSpc>
              <a:spcBef>
                <a:spcPts val="0"/>
              </a:spcBef>
              <a:spcAft>
                <a:spcPts val="0"/>
              </a:spcAft>
              <a:buSzPts val="1200"/>
              <a:buChar char="●"/>
              <a:defRPr/>
            </a:lvl4pPr>
            <a:lvl5pPr indent="-304800" lvl="4" marL="2286000" algn="ctr">
              <a:lnSpc>
                <a:spcPct val="115000"/>
              </a:lnSpc>
              <a:spcBef>
                <a:spcPts val="0"/>
              </a:spcBef>
              <a:spcAft>
                <a:spcPts val="0"/>
              </a:spcAft>
              <a:buSzPts val="1200"/>
              <a:buChar char="○"/>
              <a:defRPr/>
            </a:lvl5pPr>
            <a:lvl6pPr indent="-304800" lvl="5" marL="2743200" algn="ctr">
              <a:lnSpc>
                <a:spcPct val="115000"/>
              </a:lnSpc>
              <a:spcBef>
                <a:spcPts val="0"/>
              </a:spcBef>
              <a:spcAft>
                <a:spcPts val="0"/>
              </a:spcAft>
              <a:buSzPts val="1200"/>
              <a:buChar char="■"/>
              <a:defRPr/>
            </a:lvl6pPr>
            <a:lvl7pPr indent="-304800" lvl="6" marL="3200400" algn="ctr">
              <a:lnSpc>
                <a:spcPct val="115000"/>
              </a:lnSpc>
              <a:spcBef>
                <a:spcPts val="0"/>
              </a:spcBef>
              <a:spcAft>
                <a:spcPts val="0"/>
              </a:spcAft>
              <a:buSzPts val="1200"/>
              <a:buChar char="●"/>
              <a:defRPr/>
            </a:lvl7pPr>
            <a:lvl8pPr indent="-304800" lvl="7" marL="3657600" algn="ctr">
              <a:lnSpc>
                <a:spcPct val="115000"/>
              </a:lnSpc>
              <a:spcBef>
                <a:spcPts val="0"/>
              </a:spcBef>
              <a:spcAft>
                <a:spcPts val="0"/>
              </a:spcAft>
              <a:buSzPts val="1200"/>
              <a:buChar char="○"/>
              <a:defRPr/>
            </a:lvl8pPr>
            <a:lvl9pPr indent="-304800" lvl="8" marL="4114800" algn="ctr">
              <a:lnSpc>
                <a:spcPct val="115000"/>
              </a:lnSpc>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4200"/>
              <a:buNone/>
              <a:defRPr sz="42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3000"/>
              <a:buNone/>
              <a:defRPr sz="3000"/>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a:noFill/>
          <a:ln>
            <a:noFill/>
          </a:ln>
        </p:spPr>
        <p:txBody>
          <a:bodyPr anchorCtr="0" anchor="t" bIns="0" lIns="0" spcFirstLastPara="1" rIns="0" wrap="square" tIns="0">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3000"/>
              <a:buNone/>
              <a:defRPr sz="3000"/>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SzPts val="6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1pPr>
            <a:lvl2pPr indent="-304800" lvl="1" marL="9144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2pPr>
            <a:lvl3pPr indent="-304800" lvl="2" marL="13716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3pPr>
            <a:lvl4pPr indent="-304800" lvl="3" marL="18288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4pPr>
            <a:lvl5pPr indent="-304800" lvl="4" marL="22860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5pPr>
            <a:lvl6pPr indent="-304800" lvl="5" marL="27432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6pPr>
            <a:lvl7pPr indent="-304800" lvl="6" marL="32004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7pPr>
            <a:lvl8pPr indent="-304800" lvl="7" marL="36576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8pPr>
            <a:lvl9pPr indent="-304800" lvl="8" marL="4114800" marR="0" rtl="0" algn="l">
              <a:lnSpc>
                <a:spcPct val="115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1pPr>
            <a:lvl2pPr lvl="1"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2pPr>
            <a:lvl3pPr lvl="2"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3pPr>
            <a:lvl4pPr lvl="3"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4pPr>
            <a:lvl5pPr lvl="4"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5pPr>
            <a:lvl6pPr lvl="5"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6pPr>
            <a:lvl7pPr lvl="6"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7pPr>
            <a:lvl8pPr lvl="7"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8pPr>
            <a:lvl9pPr lvl="8" marR="0" rtl="0" algn="l">
              <a:lnSpc>
                <a:spcPct val="115000"/>
              </a:lnSpc>
              <a:spcBef>
                <a:spcPts val="0"/>
              </a:spcBef>
              <a:spcAft>
                <a:spcPts val="0"/>
              </a:spcAft>
              <a:buClr>
                <a:srgbClr val="000000"/>
              </a:buClr>
              <a:buSzPts val="3600"/>
              <a:buFont typeface="Arial"/>
              <a:buNone/>
              <a:defRPr b="0" i="0" sz="3600" u="none" cap="none" strike="noStrike">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lt1"/>
              </a:buClr>
              <a:buSzPts val="600"/>
              <a:buFont typeface="Inter"/>
              <a:buNone/>
              <a:defRPr b="0" i="0" sz="6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2pPr>
            <a:lvl3pPr lvl="2"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3pPr>
            <a:lvl4pPr lvl="3"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4pPr>
            <a:lvl5pPr lvl="4"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5pPr>
            <a:lvl6pPr lvl="5"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6pPr>
            <a:lvl7pPr lvl="6"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7pPr>
            <a:lvl8pPr lvl="7"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8pPr>
            <a:lvl9pPr lvl="8"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lt1"/>
              </a:buClr>
              <a:buSzPts val="600"/>
              <a:buFont typeface="Inter"/>
              <a:buNone/>
              <a:defRPr b="0" i="0" sz="6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2pPr>
            <a:lvl3pPr lvl="2"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3pPr>
            <a:lvl4pPr lvl="3"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4pPr>
            <a:lvl5pPr lvl="4"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5pPr>
            <a:lvl6pPr lvl="5"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6pPr>
            <a:lvl7pPr lvl="6"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7pPr>
            <a:lvl8pPr lvl="7"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8pPr>
            <a:lvl9pPr lvl="8"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lt1"/>
              </a:buClr>
              <a:buSzPts val="600"/>
              <a:buFont typeface="Inter"/>
              <a:buNone/>
              <a:defRPr b="0" i="0" sz="6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2pPr>
            <a:lvl3pPr lvl="2"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3pPr>
            <a:lvl4pPr lvl="3"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4pPr>
            <a:lvl5pPr lvl="4"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5pPr>
            <a:lvl6pPr lvl="5"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6pPr>
            <a:lvl7pPr lvl="6"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7pPr>
            <a:lvl8pPr lvl="7"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8pPr>
            <a:lvl9pPr lvl="8" marR="0" rtl="0" algn="l">
              <a:lnSpc>
                <a:spcPct val="100000"/>
              </a:lnSpc>
              <a:spcBef>
                <a:spcPts val="0"/>
              </a:spcBef>
              <a:spcAft>
                <a:spcPts val="0"/>
              </a:spcAft>
              <a:buClr>
                <a:schemeClr val="lt1"/>
              </a:buClr>
              <a:buSzPts val="1400"/>
              <a:buFont typeface="Inter"/>
              <a:buNone/>
              <a:defRPr b="0" i="0" sz="1400" u="none" cap="none" strike="noStrike">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1pPr>
            <a:lvl2pPr indent="-304800" lvl="1" marL="9144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2pPr>
            <a:lvl3pPr indent="-304800" lvl="2" marL="13716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3pPr>
            <a:lvl4pPr indent="-304800" lvl="3" marL="18288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4pPr>
            <a:lvl5pPr indent="-304800" lvl="4" marL="22860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5pPr>
            <a:lvl6pPr indent="-304800" lvl="5" marL="27432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6pPr>
            <a:lvl7pPr indent="-304800" lvl="6" marL="32004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7pPr>
            <a:lvl8pPr indent="-304800" lvl="7" marL="36576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8pPr>
            <a:lvl9pPr indent="-304800" lvl="8" marL="4114800" marR="0" rtl="0" algn="l">
              <a:lnSpc>
                <a:spcPct val="100000"/>
              </a:lnSpc>
              <a:spcBef>
                <a:spcPts val="0"/>
              </a:spcBef>
              <a:spcAft>
                <a:spcPts val="0"/>
              </a:spcAft>
              <a:buClr>
                <a:schemeClr val="lt1"/>
              </a:buClr>
              <a:buSzPts val="1200"/>
              <a:buFont typeface="Inter"/>
              <a:buChar char="■"/>
              <a:defRPr b="0" i="0" sz="1200" u="none" cap="none" strike="noStrike">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hyperlink" Target="http://www.youtube.com/watch?v=IkZn5nRR4yY" TargetMode="External"/><Relationship Id="rId5" Type="http://schemas.openxmlformats.org/officeDocument/2006/relationships/image" Target="../media/image13.jpg"/><Relationship Id="rId6" Type="http://schemas.openxmlformats.org/officeDocument/2006/relationships/image" Target="../media/image9.png"/><Relationship Id="rId7" Type="http://schemas.openxmlformats.org/officeDocument/2006/relationships/image" Target="../media/image1.png"/><Relationship Id="rId8"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hyperlink" Target="http://www.youtube.com/watch?v=wq2KjP5QCk8" TargetMode="External"/><Relationship Id="rId8"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hyperlink" Target="http://www.youtube.com/watch?v=Gxon0EKK9go" TargetMode="External"/><Relationship Id="rId8"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hyperlink" Target="http://www.youtube.com/watch?v=Q_uknieIwf4" TargetMode="External"/><Relationship Id="rId8"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hyperlink" Target="http://www.youtube.com/watch?v=PiOQwKAAbn8" TargetMode="External"/><Relationship Id="rId8"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hyperlink" Target="http://www.youtube.com/watch?v=89Ci5qAVfVY" TargetMode="External"/><Relationship Id="rId8"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djRyZXxvD_I" TargetMode="External"/><Relationship Id="rId7" Type="http://schemas.openxmlformats.org/officeDocument/2006/relationships/image" Target="../media/image12.jpg"/><Relationship Id="rId8"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J1DReiJVJ6M" TargetMode="External"/><Relationship Id="rId7" Type="http://schemas.openxmlformats.org/officeDocument/2006/relationships/image" Target="../media/image11.jpg"/><Relationship Id="rId8"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zCkqIVQG2iU" TargetMode="External"/><Relationship Id="rId7" Type="http://schemas.openxmlformats.org/officeDocument/2006/relationships/image" Target="../media/image22.jpg"/><Relationship Id="rId8"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DIrx4ytV87g" TargetMode="External"/><Relationship Id="rId7" Type="http://schemas.openxmlformats.org/officeDocument/2006/relationships/image" Target="../media/image20.jpg"/><Relationship Id="rId8"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PdZg7J0_E7Y" TargetMode="External"/><Relationship Id="rId7" Type="http://schemas.openxmlformats.org/officeDocument/2006/relationships/image" Target="../media/image31.jpg"/><Relationship Id="rId8"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j3ryKBi--nM" TargetMode="External"/><Relationship Id="rId7" Type="http://schemas.openxmlformats.org/officeDocument/2006/relationships/image" Target="../media/image17.jpg"/><Relationship Id="rId8"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BQN83GpGnDw" TargetMode="External"/><Relationship Id="rId7" Type="http://schemas.openxmlformats.org/officeDocument/2006/relationships/image" Target="../media/image27.jpg"/><Relationship Id="rId8"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9xIcAdHgEmk" TargetMode="External"/><Relationship Id="rId7" Type="http://schemas.openxmlformats.org/officeDocument/2006/relationships/image" Target="../media/image29.jpg"/><Relationship Id="rId8"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VHyiuccyJZA" TargetMode="External"/><Relationship Id="rId7" Type="http://schemas.openxmlformats.org/officeDocument/2006/relationships/image" Target="../media/image26.jpg"/><Relationship Id="rId8"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ej7y_I6d-XI" TargetMode="External"/><Relationship Id="rId7" Type="http://schemas.openxmlformats.org/officeDocument/2006/relationships/image" Target="../media/image34.jpg"/><Relationship Id="rId8"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NvJRtk7zTtQ" TargetMode="External"/><Relationship Id="rId7" Type="http://schemas.openxmlformats.org/officeDocument/2006/relationships/image" Target="../media/image30.jpg"/><Relationship Id="rId8"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pxmF-X2wTBc" TargetMode="External"/><Relationship Id="rId7" Type="http://schemas.openxmlformats.org/officeDocument/2006/relationships/image" Target="../media/image28.jpg"/><Relationship Id="rId8"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8UTxCRiv30o" TargetMode="External"/><Relationship Id="rId7" Type="http://schemas.openxmlformats.org/officeDocument/2006/relationships/image" Target="../media/image36.jpg"/><Relationship Id="rId8"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rDFrAccJ1N8" TargetMode="External"/><Relationship Id="rId7" Type="http://schemas.openxmlformats.org/officeDocument/2006/relationships/image" Target="../media/image23.jpg"/><Relationship Id="rId8"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2X4vqq712zo" TargetMode="External"/><Relationship Id="rId7" Type="http://schemas.openxmlformats.org/officeDocument/2006/relationships/image" Target="../media/image18.jpg"/><Relationship Id="rId8"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KeMwuHLoMFo" TargetMode="External"/><Relationship Id="rId7" Type="http://schemas.openxmlformats.org/officeDocument/2006/relationships/image" Target="../media/image24.jpg"/><Relationship Id="rId8"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21.jpg"/><Relationship Id="rId5" Type="http://schemas.openxmlformats.org/officeDocument/2006/relationships/image" Target="../media/image1.png"/><Relationship Id="rId6" Type="http://schemas.openxmlformats.org/officeDocument/2006/relationships/hyperlink" Target="http://www.youtube.com/watch?v=89Ci5qAVfVY" TargetMode="External"/><Relationship Id="rId7" Type="http://schemas.openxmlformats.org/officeDocument/2006/relationships/image" Target="../media/image8.jpg"/><Relationship Id="rId8" Type="http://schemas.openxmlformats.org/officeDocument/2006/relationships/hyperlink" Target="http://www.youtube.com/watch?v=YBghJkyU938" TargetMode="External"/><Relationship Id="rId10"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L7p9E-ZdR1Q" TargetMode="External"/><Relationship Id="rId8" Type="http://schemas.openxmlformats.org/officeDocument/2006/relationships/image" Target="../media/image3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vW2xnWs_kmw" TargetMode="External"/><Relationship Id="rId8" Type="http://schemas.openxmlformats.org/officeDocument/2006/relationships/image" Target="../media/image3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CJVECSrHeSM" TargetMode="External"/><Relationship Id="rId8" Type="http://schemas.openxmlformats.org/officeDocument/2006/relationships/image" Target="../media/image3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2L9tPbbV5GU" TargetMode="External"/><Relationship Id="rId7" Type="http://schemas.openxmlformats.org/officeDocument/2006/relationships/image" Target="../media/image32.jpg"/><Relationship Id="rId8"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vXoDDQXbcfQ" TargetMode="External"/><Relationship Id="rId7" Type="http://schemas.openxmlformats.org/officeDocument/2006/relationships/image" Target="../media/image39.jpg"/><Relationship Id="rId8"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_XgGuHhuYd8" TargetMode="External"/><Relationship Id="rId8" Type="http://schemas.openxmlformats.org/officeDocument/2006/relationships/image" Target="../media/image3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0VPhePUbDe8" TargetMode="External"/><Relationship Id="rId8" Type="http://schemas.openxmlformats.org/officeDocument/2006/relationships/image" Target="../media/image4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ygOxrGdR8dE" TargetMode="External"/><Relationship Id="rId8" Type="http://schemas.openxmlformats.org/officeDocument/2006/relationships/image" Target="../media/image4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Oqpwhotwa3M" TargetMode="External"/><Relationship Id="rId8" Type="http://schemas.openxmlformats.org/officeDocument/2006/relationships/image" Target="../media/image4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9tU0-qx-DHg" TargetMode="External"/><Relationship Id="rId8" Type="http://schemas.openxmlformats.org/officeDocument/2006/relationships/image" Target="../media/image4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tE9ZWNRDH8I" TargetMode="External"/><Relationship Id="rId8" Type="http://schemas.openxmlformats.org/officeDocument/2006/relationships/image" Target="../media/image5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izgmb-V1_f0" TargetMode="External"/><Relationship Id="rId8" Type="http://schemas.openxmlformats.org/officeDocument/2006/relationships/image" Target="../media/image4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S0gWCdpVGPA" TargetMode="External"/><Relationship Id="rId8" Type="http://schemas.openxmlformats.org/officeDocument/2006/relationships/image" Target="../media/image4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og9bvp39kr8" TargetMode="External"/><Relationship Id="rId8" Type="http://schemas.openxmlformats.org/officeDocument/2006/relationships/image" Target="../media/image5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RKEVNBxAegI" TargetMode="External"/><Relationship Id="rId8" Type="http://schemas.openxmlformats.org/officeDocument/2006/relationships/image" Target="../media/image5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MKWmtw3VAOo" TargetMode="External"/><Relationship Id="rId8" Type="http://schemas.openxmlformats.org/officeDocument/2006/relationships/image" Target="../media/image4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IZyiQz3Jz5Y" TargetMode="External"/><Relationship Id="rId8" Type="http://schemas.openxmlformats.org/officeDocument/2006/relationships/image" Target="../media/image4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u_tzkpV_lL4" TargetMode="External"/><Relationship Id="rId8" Type="http://schemas.openxmlformats.org/officeDocument/2006/relationships/image" Target="../media/image5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NQob-px0ocM" TargetMode="External"/><Relationship Id="rId8" Type="http://schemas.openxmlformats.org/officeDocument/2006/relationships/image" Target="../media/image46.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aiT2FazV4vg" TargetMode="External"/><Relationship Id="rId7" Type="http://schemas.openxmlformats.org/officeDocument/2006/relationships/image" Target="../media/image55.jpg"/><Relationship Id="rId8"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qe2Mt5K85aI" TargetMode="External"/><Relationship Id="rId7" Type="http://schemas.openxmlformats.org/officeDocument/2006/relationships/image" Target="../media/image63.jpg"/><Relationship Id="rId8"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ZVR1-345PEI" TargetMode="External"/><Relationship Id="rId7" Type="http://schemas.openxmlformats.org/officeDocument/2006/relationships/image" Target="../media/image64.jpg"/><Relationship Id="rId8" Type="http://schemas.openxmlformats.org/officeDocument/2006/relationships/image" Target="../media/image4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JusWq4P8Qvs" TargetMode="External"/><Relationship Id="rId7" Type="http://schemas.openxmlformats.org/officeDocument/2006/relationships/image" Target="../media/image58.jpg"/><Relationship Id="rId8" Type="http://schemas.openxmlformats.org/officeDocument/2006/relationships/image" Target="../media/image4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U3VjsW9g6ik" TargetMode="External"/><Relationship Id="rId7" Type="http://schemas.openxmlformats.org/officeDocument/2006/relationships/image" Target="../media/image72.jpg"/><Relationship Id="rId8" Type="http://schemas.openxmlformats.org/officeDocument/2006/relationships/image" Target="../media/image4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dMpTFXKBWzI" TargetMode="External"/><Relationship Id="rId7" Type="http://schemas.openxmlformats.org/officeDocument/2006/relationships/image" Target="../media/image67.jpg"/><Relationship Id="rId8" Type="http://schemas.openxmlformats.org/officeDocument/2006/relationships/image" Target="../media/image5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LvE2Rd0IHks" TargetMode="External"/><Relationship Id="rId7" Type="http://schemas.openxmlformats.org/officeDocument/2006/relationships/image" Target="../media/image65.jpg"/><Relationship Id="rId8" Type="http://schemas.openxmlformats.org/officeDocument/2006/relationships/image" Target="../media/image6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YJBpPx3-ntM" TargetMode="External"/><Relationship Id="rId7" Type="http://schemas.openxmlformats.org/officeDocument/2006/relationships/image" Target="../media/image80.jpg"/><Relationship Id="rId8" Type="http://schemas.openxmlformats.org/officeDocument/2006/relationships/image" Target="../media/image6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YGAy_eL4RDg" TargetMode="External"/><Relationship Id="rId7" Type="http://schemas.openxmlformats.org/officeDocument/2006/relationships/image" Target="../media/image60.jpg"/><Relationship Id="rId8" Type="http://schemas.openxmlformats.org/officeDocument/2006/relationships/image" Target="../media/image6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V4Z0G3Kwnc8" TargetMode="External"/><Relationship Id="rId7" Type="http://schemas.openxmlformats.org/officeDocument/2006/relationships/image" Target="../media/image59.jpg"/><Relationship Id="rId8" Type="http://schemas.openxmlformats.org/officeDocument/2006/relationships/image" Target="../media/image5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J8VZpw8gxdI" TargetMode="External"/><Relationship Id="rId7" Type="http://schemas.openxmlformats.org/officeDocument/2006/relationships/image" Target="../media/image69.jpg"/><Relationship Id="rId8" Type="http://schemas.openxmlformats.org/officeDocument/2006/relationships/image" Target="../media/image5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61NCfL7kZj0" TargetMode="External"/><Relationship Id="rId7" Type="http://schemas.openxmlformats.org/officeDocument/2006/relationships/image" Target="../media/image70.jpg"/><Relationship Id="rId8" Type="http://schemas.openxmlformats.org/officeDocument/2006/relationships/image" Target="../media/image5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UEU9h7DTWw4" TargetMode="External"/><Relationship Id="rId7" Type="http://schemas.openxmlformats.org/officeDocument/2006/relationships/image" Target="../media/image75.jpg"/><Relationship Id="rId8" Type="http://schemas.openxmlformats.org/officeDocument/2006/relationships/image" Target="../media/image5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8HdSWVHJkt0" TargetMode="External"/><Relationship Id="rId7" Type="http://schemas.openxmlformats.org/officeDocument/2006/relationships/image" Target="../media/image77.jpg"/><Relationship Id="rId8" Type="http://schemas.openxmlformats.org/officeDocument/2006/relationships/image" Target="../media/image5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lShL29tBky8" TargetMode="External"/><Relationship Id="rId7" Type="http://schemas.openxmlformats.org/officeDocument/2006/relationships/image" Target="../media/image71.jpg"/><Relationship Id="rId8" Type="http://schemas.openxmlformats.org/officeDocument/2006/relationships/image" Target="../media/image5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sY6W3KZHUXg" TargetMode="External"/><Relationship Id="rId7" Type="http://schemas.openxmlformats.org/officeDocument/2006/relationships/image" Target="../media/image73.jpg"/><Relationship Id="rId8" Type="http://schemas.openxmlformats.org/officeDocument/2006/relationships/image" Target="../media/image5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7WyTta2EuDc" TargetMode="External"/><Relationship Id="rId7" Type="http://schemas.openxmlformats.org/officeDocument/2006/relationships/image" Target="../media/image79.jpg"/><Relationship Id="rId8" Type="http://schemas.openxmlformats.org/officeDocument/2006/relationships/image" Target="../media/image7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NqMT1MppLzY" TargetMode="External"/><Relationship Id="rId7" Type="http://schemas.openxmlformats.org/officeDocument/2006/relationships/image" Target="../media/image74.jpg"/><Relationship Id="rId8" Type="http://schemas.openxmlformats.org/officeDocument/2006/relationships/image" Target="../media/image7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8Y7gkcyg1XE" TargetMode="External"/><Relationship Id="rId7" Type="http://schemas.openxmlformats.org/officeDocument/2006/relationships/image" Target="../media/image90.jpg"/><Relationship Id="rId8" Type="http://schemas.openxmlformats.org/officeDocument/2006/relationships/image" Target="../media/image7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G8KKSlrt0tY" TargetMode="External"/><Relationship Id="rId7" Type="http://schemas.openxmlformats.org/officeDocument/2006/relationships/image" Target="../media/image68.jpg"/><Relationship Id="rId8" Type="http://schemas.openxmlformats.org/officeDocument/2006/relationships/image" Target="../media/image7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GezWesIniTY" TargetMode="External"/><Relationship Id="rId7" Type="http://schemas.openxmlformats.org/officeDocument/2006/relationships/image" Target="../media/image89.jpg"/><Relationship Id="rId8" Type="http://schemas.openxmlformats.org/officeDocument/2006/relationships/image" Target="../media/image7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5.png"/><Relationship Id="rId7" Type="http://schemas.openxmlformats.org/officeDocument/2006/relationships/hyperlink" Target="http://www.youtube.com/watch?v=Sgrl7sbtdoY" TargetMode="External"/><Relationship Id="rId8" Type="http://schemas.openxmlformats.org/officeDocument/2006/relationships/image" Target="../media/image95.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EK0jT9JCACQ" TargetMode="External"/><Relationship Id="rId7" Type="http://schemas.openxmlformats.org/officeDocument/2006/relationships/image" Target="../media/image83.jpg"/><Relationship Id="rId8" Type="http://schemas.openxmlformats.org/officeDocument/2006/relationships/image" Target="../media/image7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88.jpg"/><Relationship Id="rId5" Type="http://schemas.openxmlformats.org/officeDocument/2006/relationships/image" Target="../media/image1.png"/><Relationship Id="rId6" Type="http://schemas.openxmlformats.org/officeDocument/2006/relationships/hyperlink" Target="http://www.youtube.com/watch?v=EK0jT9JCACQ" TargetMode="External"/><Relationship Id="rId7" Type="http://schemas.openxmlformats.org/officeDocument/2006/relationships/image" Target="../media/image83.jpg"/><Relationship Id="rId8" Type="http://schemas.openxmlformats.org/officeDocument/2006/relationships/hyperlink" Target="http://www.youtube.com/watch?v=HlIx0_OojO4" TargetMode="External"/><Relationship Id="rId10" Type="http://schemas.openxmlformats.org/officeDocument/2006/relationships/image" Target="../media/image9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hcHk_EvKEQo" TargetMode="External"/><Relationship Id="rId7" Type="http://schemas.openxmlformats.org/officeDocument/2006/relationships/image" Target="../media/image81.jpg"/><Relationship Id="rId8" Type="http://schemas.openxmlformats.org/officeDocument/2006/relationships/image" Target="../media/image9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wPPv4QCTCTE" TargetMode="External"/><Relationship Id="rId7" Type="http://schemas.openxmlformats.org/officeDocument/2006/relationships/image" Target="../media/image86.jpg"/><Relationship Id="rId8" Type="http://schemas.openxmlformats.org/officeDocument/2006/relationships/image" Target="../media/image8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VIvleyU2mpY" TargetMode="External"/><Relationship Id="rId7" Type="http://schemas.openxmlformats.org/officeDocument/2006/relationships/image" Target="../media/image93.jpg"/><Relationship Id="rId8" Type="http://schemas.openxmlformats.org/officeDocument/2006/relationships/image" Target="../media/image5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QnGob2Ss3pw" TargetMode="External"/><Relationship Id="rId7" Type="http://schemas.openxmlformats.org/officeDocument/2006/relationships/image" Target="../media/image103.jpg"/><Relationship Id="rId8" Type="http://schemas.openxmlformats.org/officeDocument/2006/relationships/image" Target="../media/image9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HlT_IjnsBkY" TargetMode="External"/><Relationship Id="rId7" Type="http://schemas.openxmlformats.org/officeDocument/2006/relationships/image" Target="../media/image94.jpg"/><Relationship Id="rId8" Type="http://schemas.openxmlformats.org/officeDocument/2006/relationships/image" Target="../media/image10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fe4Wq5jw8Dc" TargetMode="External"/><Relationship Id="rId7" Type="http://schemas.openxmlformats.org/officeDocument/2006/relationships/image" Target="../media/image99.jpg"/><Relationship Id="rId8" Type="http://schemas.openxmlformats.org/officeDocument/2006/relationships/image" Target="../media/image10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6eLVK_uttmc" TargetMode="External"/><Relationship Id="rId7" Type="http://schemas.openxmlformats.org/officeDocument/2006/relationships/image" Target="../media/image97.jpg"/><Relationship Id="rId8" Type="http://schemas.openxmlformats.org/officeDocument/2006/relationships/image" Target="../media/image10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hyperlink" Target="http://www.youtube.com/watch?v=St1x3EjrpM0" TargetMode="External"/><Relationship Id="rId7" Type="http://schemas.openxmlformats.org/officeDocument/2006/relationships/image" Target="../media/image104.jpg"/><Relationship Id="rId8" Type="http://schemas.openxmlformats.org/officeDocument/2006/relationships/image" Target="../media/image9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0" name="Shape 360"/>
        <p:cNvGrpSpPr/>
        <p:nvPr/>
      </p:nvGrpSpPr>
      <p:grpSpPr>
        <a:xfrm>
          <a:off x="0" y="0"/>
          <a:ext cx="0" cy="0"/>
          <a:chOff x="0" y="0"/>
          <a:chExt cx="0" cy="0"/>
        </a:xfrm>
      </p:grpSpPr>
      <p:cxnSp>
        <p:nvCxnSpPr>
          <p:cNvPr id="361" name="Google Shape;361;p47"/>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362" name="Google Shape;362;p47"/>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363" name="Google Shape;363;p47"/>
          <p:cNvSpPr txBox="1"/>
          <p:nvPr>
            <p:ph idx="1" type="subTitle"/>
          </p:nvPr>
        </p:nvSpPr>
        <p:spPr>
          <a:xfrm>
            <a:off x="284850" y="3388675"/>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behind-the-scenes video showing the making of the </a:t>
            </a:r>
            <a:r>
              <a:rPr i="1" lang="en" sz="1100">
                <a:solidFill>
                  <a:schemeClr val="dk1"/>
                </a:solidFill>
                <a:latin typeface="Arial"/>
                <a:ea typeface="Arial"/>
                <a:cs typeface="Arial"/>
                <a:sym typeface="Arial"/>
              </a:rPr>
              <a:t>“Hawa Badlo”</a:t>
            </a:r>
            <a:r>
              <a:rPr lang="en" sz="1100">
                <a:solidFill>
                  <a:schemeClr val="dk1"/>
                </a:solidFill>
                <a:latin typeface="Arial"/>
                <a:ea typeface="Arial"/>
                <a:cs typeface="Arial"/>
                <a:sym typeface="Arial"/>
              </a:rPr>
              <a:t> anthem featuring singer Javed Ali and Harshdeep Kaur - part of a GAIL (India) Limited initiative promoting environmental awareness.</a:t>
            </a:r>
            <a:endParaRPr sz="1000">
              <a:solidFill>
                <a:schemeClr val="dk1"/>
              </a:solidFill>
            </a:endParaRPr>
          </a:p>
        </p:txBody>
      </p:sp>
      <p:sp>
        <p:nvSpPr>
          <p:cNvPr id="364" name="Google Shape;364;p47"/>
          <p:cNvSpPr txBox="1"/>
          <p:nvPr/>
        </p:nvSpPr>
        <p:spPr>
          <a:xfrm>
            <a:off x="284850" y="1440575"/>
            <a:ext cx="2056200" cy="804300"/>
          </a:xfrm>
          <a:prstGeom prst="rect">
            <a:avLst/>
          </a:prstGeom>
          <a:noFill/>
          <a:ln>
            <a:noFill/>
          </a:ln>
        </p:spPr>
        <p:txBody>
          <a:bodyPr anchorCtr="0" anchor="t" bIns="0" lIns="0" spcFirstLastPara="1" rIns="182875"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Inter"/>
              <a:ea typeface="Inter"/>
              <a:cs typeface="Inter"/>
              <a:sym typeface="Inter"/>
            </a:endParaRPr>
          </a:p>
        </p:txBody>
      </p:sp>
      <p:sp>
        <p:nvSpPr>
          <p:cNvPr id="365" name="Google Shape;365;p47"/>
          <p:cNvSpPr txBox="1"/>
          <p:nvPr/>
        </p:nvSpPr>
        <p:spPr>
          <a:xfrm>
            <a:off x="284850" y="1674025"/>
            <a:ext cx="2656800" cy="192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00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HAWA  BADLO ANTHEM</a:t>
            </a:r>
            <a:endParaRPr b="1" i="0" sz="3100" u="none" cap="none" strike="noStrike">
              <a:solidFill>
                <a:schemeClr val="dk1"/>
              </a:solidFill>
              <a:latin typeface="Inter"/>
              <a:ea typeface="Inter"/>
              <a:cs typeface="Inter"/>
              <a:sym typeface="Inter"/>
            </a:endParaRPr>
          </a:p>
        </p:txBody>
      </p:sp>
      <p:sp>
        <p:nvSpPr>
          <p:cNvPr id="366" name="Google Shape;366;p47"/>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367" name="Google Shape;367;p47"/>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368" name="Google Shape;368;p47"/>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369" name="Google Shape;369;p47"/>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370" name="Google Shape;370;p47"/>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371" name="Google Shape;371;p47"/>
          <p:cNvCxnSpPr/>
          <p:nvPr/>
        </p:nvCxnSpPr>
        <p:spPr>
          <a:xfrm>
            <a:off x="283850" y="3217775"/>
            <a:ext cx="3155700" cy="18900"/>
          </a:xfrm>
          <a:prstGeom prst="straightConnector1">
            <a:avLst/>
          </a:prstGeom>
          <a:noFill/>
          <a:ln cap="flat" cmpd="sng" w="9525">
            <a:solidFill>
              <a:schemeClr val="dk1"/>
            </a:solidFill>
            <a:prstDash val="solid"/>
            <a:round/>
            <a:headEnd len="sm" w="sm" type="none"/>
            <a:tailEnd len="sm" w="sm" type="none"/>
          </a:ln>
        </p:spPr>
      </p:cxnSp>
      <p:pic>
        <p:nvPicPr>
          <p:cNvPr descr="Catch behind the scene actions of the Hawa Badlo anthem with Javed Ali and team&#10;&#10;An initiative by GAIL (India) Limited | Produced by: Handyyman | Music by: Bishakh Jyoti | Lyrics by: Tanvir Ghazi &amp; Protiqe Mojoomdar" id="372" name="Google Shape;372;p47" title="Hawa Badlo Anthem - The Making with Javed Ali">
            <a:hlinkClick r:id="rId4"/>
          </p:cNvPr>
          <p:cNvPicPr preferRelativeResize="0"/>
          <p:nvPr/>
        </p:nvPicPr>
        <p:blipFill rotWithShape="1">
          <a:blip r:embed="rId5">
            <a:alphaModFix/>
          </a:blip>
          <a:srcRect b="0" l="0" r="0" t="0"/>
          <a:stretch/>
        </p:blipFill>
        <p:spPr>
          <a:xfrm>
            <a:off x="2570550" y="1099594"/>
            <a:ext cx="5670800" cy="3189819"/>
          </a:xfrm>
          <a:prstGeom prst="rect">
            <a:avLst/>
          </a:prstGeom>
          <a:noFill/>
          <a:ln>
            <a:noFill/>
          </a:ln>
        </p:spPr>
      </p:pic>
      <p:pic>
        <p:nvPicPr>
          <p:cNvPr id="373" name="Google Shape;373;p47" title="JUJU-6.png"/>
          <p:cNvPicPr preferRelativeResize="0"/>
          <p:nvPr/>
        </p:nvPicPr>
        <p:blipFill rotWithShape="1">
          <a:blip r:embed="rId6">
            <a:alphaModFix/>
          </a:blip>
          <a:srcRect b="0" l="0" r="0" t="0"/>
          <a:stretch/>
        </p:blipFill>
        <p:spPr>
          <a:xfrm>
            <a:off x="8572291" y="384975"/>
            <a:ext cx="249019" cy="320300"/>
          </a:xfrm>
          <a:prstGeom prst="rect">
            <a:avLst/>
          </a:prstGeom>
          <a:noFill/>
          <a:ln>
            <a:noFill/>
          </a:ln>
        </p:spPr>
      </p:pic>
      <p:sp>
        <p:nvSpPr>
          <p:cNvPr id="374" name="Google Shape;374;p47"/>
          <p:cNvSpPr txBox="1"/>
          <p:nvPr>
            <p:ph idx="2" type="title"/>
          </p:nvPr>
        </p:nvSpPr>
        <p:spPr>
          <a:xfrm>
            <a:off x="283850" y="477897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375" name="Google Shape;375;p47"/>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376" name="Google Shape;376;p47" title="JUJU-2.png"/>
          <p:cNvPicPr preferRelativeResize="0"/>
          <p:nvPr/>
        </p:nvPicPr>
        <p:blipFill rotWithShape="1">
          <a:blip r:embed="rId7">
            <a:alphaModFix/>
          </a:blip>
          <a:srcRect b="16680" l="0" r="61734" t="0"/>
          <a:stretch/>
        </p:blipFill>
        <p:spPr>
          <a:xfrm>
            <a:off x="7897105" y="344024"/>
            <a:ext cx="641171" cy="361250"/>
          </a:xfrm>
          <a:prstGeom prst="rect">
            <a:avLst/>
          </a:prstGeom>
          <a:noFill/>
          <a:ln>
            <a:noFill/>
          </a:ln>
        </p:spPr>
      </p:pic>
      <p:pic>
        <p:nvPicPr>
          <p:cNvPr id="377" name="Google Shape;377;p47" title="GAIL.png"/>
          <p:cNvPicPr preferRelativeResize="0"/>
          <p:nvPr/>
        </p:nvPicPr>
        <p:blipFill rotWithShape="1">
          <a:blip r:embed="rId8">
            <a:alphaModFix/>
          </a:blip>
          <a:srcRect b="0" l="0" r="0" t="0"/>
          <a:stretch/>
        </p:blipFill>
        <p:spPr>
          <a:xfrm>
            <a:off x="283851" y="751275"/>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1" name="Shape 381"/>
        <p:cNvGrpSpPr/>
        <p:nvPr/>
      </p:nvGrpSpPr>
      <p:grpSpPr>
        <a:xfrm>
          <a:off x="0" y="0"/>
          <a:ext cx="0" cy="0"/>
          <a:chOff x="0" y="0"/>
          <a:chExt cx="0" cy="0"/>
        </a:xfrm>
      </p:grpSpPr>
      <p:cxnSp>
        <p:nvCxnSpPr>
          <p:cNvPr id="382" name="Google Shape;382;p48"/>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383" name="Google Shape;383;p48"/>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384" name="Google Shape;384;p48"/>
          <p:cNvSpPr txBox="1"/>
          <p:nvPr>
            <p:ph idx="1" type="subTitle"/>
          </p:nvPr>
        </p:nvSpPr>
        <p:spPr>
          <a:xfrm>
            <a:off x="284850" y="3388675"/>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motivational video titled </a:t>
            </a:r>
            <a:r>
              <a:rPr i="1" lang="en" sz="1100">
                <a:solidFill>
                  <a:schemeClr val="dk1"/>
                </a:solidFill>
                <a:latin typeface="Arial"/>
                <a:ea typeface="Arial"/>
                <a:cs typeface="Arial"/>
                <a:sym typeface="Arial"/>
              </a:rPr>
              <a:t>“Time to ACT is NOW!”</a:t>
            </a:r>
            <a:r>
              <a:rPr lang="en" sz="1100">
                <a:solidFill>
                  <a:schemeClr val="dk1"/>
                </a:solidFill>
                <a:latin typeface="Arial"/>
                <a:ea typeface="Arial"/>
                <a:cs typeface="Arial"/>
                <a:sym typeface="Arial"/>
              </a:rPr>
              <a:t> featuring various speakers urging viewers to take immediate action in their lives</a:t>
            </a:r>
            <a:endParaRPr sz="1000">
              <a:solidFill>
                <a:schemeClr val="dk1"/>
              </a:solidFill>
            </a:endParaRPr>
          </a:p>
        </p:txBody>
      </p:sp>
      <p:sp>
        <p:nvSpPr>
          <p:cNvPr id="385" name="Google Shape;385;p48"/>
          <p:cNvSpPr txBox="1"/>
          <p:nvPr/>
        </p:nvSpPr>
        <p:spPr>
          <a:xfrm>
            <a:off x="284850" y="1440575"/>
            <a:ext cx="2056200" cy="804300"/>
          </a:xfrm>
          <a:prstGeom prst="rect">
            <a:avLst/>
          </a:prstGeom>
          <a:noFill/>
          <a:ln>
            <a:noFill/>
          </a:ln>
        </p:spPr>
        <p:txBody>
          <a:bodyPr anchorCtr="0" anchor="t" bIns="0" lIns="0" spcFirstLastPara="1" rIns="182875"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Inter"/>
              <a:ea typeface="Inter"/>
              <a:cs typeface="Inter"/>
              <a:sym typeface="Inter"/>
            </a:endParaRPr>
          </a:p>
        </p:txBody>
      </p:sp>
      <p:sp>
        <p:nvSpPr>
          <p:cNvPr id="386" name="Google Shape;386;p48"/>
          <p:cNvSpPr txBox="1"/>
          <p:nvPr/>
        </p:nvSpPr>
        <p:spPr>
          <a:xfrm>
            <a:off x="284850" y="1726950"/>
            <a:ext cx="2656800" cy="192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TIME TO</a:t>
            </a:r>
            <a:endParaRPr b="1" i="0" sz="3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ACT IS </a:t>
            </a:r>
            <a:endParaRPr b="1" i="0" sz="3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NOW!</a:t>
            </a:r>
            <a:endParaRPr b="1" i="0" sz="3100" u="none" cap="none" strike="noStrike">
              <a:solidFill>
                <a:schemeClr val="dk1"/>
              </a:solidFill>
              <a:latin typeface="Inter"/>
              <a:ea typeface="Inter"/>
              <a:cs typeface="Inter"/>
              <a:sym typeface="Inter"/>
            </a:endParaRPr>
          </a:p>
        </p:txBody>
      </p:sp>
      <p:sp>
        <p:nvSpPr>
          <p:cNvPr id="387" name="Google Shape;387;p48"/>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388" name="Google Shape;388;p48"/>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389" name="Google Shape;389;p48"/>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390" name="Google Shape;390;p48"/>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391" name="Google Shape;391;p48"/>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392" name="Google Shape;392;p48"/>
          <p:cNvCxnSpPr/>
          <p:nvPr/>
        </p:nvCxnSpPr>
        <p:spPr>
          <a:xfrm>
            <a:off x="283850" y="3217775"/>
            <a:ext cx="3261600" cy="18900"/>
          </a:xfrm>
          <a:prstGeom prst="straightConnector1">
            <a:avLst/>
          </a:prstGeom>
          <a:noFill/>
          <a:ln cap="flat" cmpd="sng" w="9525">
            <a:solidFill>
              <a:schemeClr val="dk1"/>
            </a:solidFill>
            <a:prstDash val="solid"/>
            <a:round/>
            <a:headEnd len="sm" w="sm" type="none"/>
            <a:tailEnd len="sm" w="sm" type="none"/>
          </a:ln>
        </p:spPr>
      </p:cxnSp>
      <p:pic>
        <p:nvPicPr>
          <p:cNvPr id="393" name="Google Shape;393;p48"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394" name="Google Shape;394;p48"/>
          <p:cNvSpPr txBox="1"/>
          <p:nvPr>
            <p:ph idx="2" type="title"/>
          </p:nvPr>
        </p:nvSpPr>
        <p:spPr>
          <a:xfrm>
            <a:off x="283850" y="477897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395" name="Google Shape;395;p48"/>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396" name="Google Shape;396;p48"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id="397" name="Google Shape;397;p48" title="GAIL.png"/>
          <p:cNvPicPr preferRelativeResize="0"/>
          <p:nvPr/>
        </p:nvPicPr>
        <p:blipFill rotWithShape="1">
          <a:blip r:embed="rId6">
            <a:alphaModFix/>
          </a:blip>
          <a:srcRect b="0" l="0" r="0" t="0"/>
          <a:stretch/>
        </p:blipFill>
        <p:spPr>
          <a:xfrm>
            <a:off x="283851" y="751275"/>
            <a:ext cx="1071847" cy="804300"/>
          </a:xfrm>
          <a:prstGeom prst="rect">
            <a:avLst/>
          </a:prstGeom>
          <a:noFill/>
          <a:ln>
            <a:noFill/>
          </a:ln>
        </p:spPr>
      </p:pic>
      <p:pic>
        <p:nvPicPr>
          <p:cNvPr descr="What these celebs are saying will make you think. Question is, will it make you act?" id="398" name="Google Shape;398;p48" title="Time to ACT is NOW!">
            <a:hlinkClick r:id="rId7"/>
          </p:cNvPr>
          <p:cNvPicPr preferRelativeResize="0"/>
          <p:nvPr/>
        </p:nvPicPr>
        <p:blipFill rotWithShape="1">
          <a:blip r:embed="rId8">
            <a:alphaModFix/>
          </a:blip>
          <a:srcRect b="0" l="0" r="0" t="0"/>
          <a:stretch/>
        </p:blipFill>
        <p:spPr>
          <a:xfrm>
            <a:off x="3221350" y="1122938"/>
            <a:ext cx="5635600" cy="3026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2" name="Shape 402"/>
        <p:cNvGrpSpPr/>
        <p:nvPr/>
      </p:nvGrpSpPr>
      <p:grpSpPr>
        <a:xfrm>
          <a:off x="0" y="0"/>
          <a:ext cx="0" cy="0"/>
          <a:chOff x="0" y="0"/>
          <a:chExt cx="0" cy="0"/>
        </a:xfrm>
      </p:grpSpPr>
      <p:cxnSp>
        <p:nvCxnSpPr>
          <p:cNvPr id="403" name="Google Shape;403;p49"/>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404" name="Google Shape;404;p49"/>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405" name="Google Shape;405;p49"/>
          <p:cNvSpPr txBox="1"/>
          <p:nvPr>
            <p:ph idx="1" type="subTitle"/>
          </p:nvPr>
        </p:nvSpPr>
        <p:spPr>
          <a:xfrm>
            <a:off x="284850" y="2457900"/>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lt1"/>
              </a:buClr>
              <a:buSzPts val="1100"/>
              <a:buFont typeface="Arial"/>
              <a:buNone/>
            </a:pPr>
            <a:r>
              <a:rPr lang="en" sz="1100">
                <a:solidFill>
                  <a:schemeClr val="dk1"/>
                </a:solidFill>
                <a:latin typeface="Arial"/>
                <a:ea typeface="Arial"/>
                <a:cs typeface="Arial"/>
                <a:sym typeface="Arial"/>
              </a:rPr>
              <a:t>A short environmental awareness video titled </a:t>
            </a:r>
            <a:r>
              <a:rPr i="1" lang="en" sz="1100">
                <a:solidFill>
                  <a:schemeClr val="dk1"/>
                </a:solidFill>
                <a:latin typeface="Arial"/>
                <a:ea typeface="Arial"/>
                <a:cs typeface="Arial"/>
                <a:sym typeface="Arial"/>
              </a:rPr>
              <a:t>“Time Bomb”</a:t>
            </a:r>
            <a:r>
              <a:rPr lang="en" sz="1100">
                <a:solidFill>
                  <a:schemeClr val="dk1"/>
                </a:solidFill>
                <a:latin typeface="Arial"/>
                <a:ea typeface="Arial"/>
                <a:cs typeface="Arial"/>
                <a:sym typeface="Arial"/>
              </a:rPr>
              <a:t> by the </a:t>
            </a:r>
            <a:r>
              <a:rPr b="1" lang="en" sz="1100">
                <a:solidFill>
                  <a:schemeClr val="dk1"/>
                </a:solidFill>
                <a:latin typeface="Arial"/>
                <a:ea typeface="Arial"/>
                <a:cs typeface="Arial"/>
                <a:sym typeface="Arial"/>
              </a:rPr>
              <a:t>Hawa Badlo</a:t>
            </a:r>
            <a:r>
              <a:rPr lang="en" sz="1100">
                <a:solidFill>
                  <a:schemeClr val="dk1"/>
                </a:solidFill>
                <a:latin typeface="Arial"/>
                <a:ea typeface="Arial"/>
                <a:cs typeface="Arial"/>
                <a:sym typeface="Arial"/>
              </a:rPr>
              <a:t> campaign showing a dystopian 2030 where severe air pollution forces people to depend on oxygen kits to survive, warning about the deadly impact of pollution if action isn’t taken. </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SzPts val="1200"/>
              <a:buNone/>
            </a:pPr>
            <a:r>
              <a:t/>
            </a:r>
            <a:endParaRPr sz="1100">
              <a:solidFill>
                <a:schemeClr val="dk1"/>
              </a:solidFill>
              <a:latin typeface="Arial"/>
              <a:ea typeface="Arial"/>
              <a:cs typeface="Arial"/>
              <a:sym typeface="Arial"/>
            </a:endParaRPr>
          </a:p>
        </p:txBody>
      </p:sp>
      <p:sp>
        <p:nvSpPr>
          <p:cNvPr id="406" name="Google Shape;406;p49"/>
          <p:cNvSpPr txBox="1"/>
          <p:nvPr/>
        </p:nvSpPr>
        <p:spPr>
          <a:xfrm>
            <a:off x="284850" y="622550"/>
            <a:ext cx="2056200" cy="804300"/>
          </a:xfrm>
          <a:prstGeom prst="rect">
            <a:avLst/>
          </a:prstGeom>
          <a:noFill/>
          <a:ln>
            <a:noFill/>
          </a:ln>
        </p:spPr>
        <p:txBody>
          <a:bodyPr anchorCtr="0" anchor="t" bIns="0" lIns="0" spcFirstLastPara="1" rIns="182875"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Inter"/>
              <a:ea typeface="Inter"/>
              <a:cs typeface="Inter"/>
              <a:sym typeface="Inter"/>
            </a:endParaRPr>
          </a:p>
        </p:txBody>
      </p:sp>
      <p:sp>
        <p:nvSpPr>
          <p:cNvPr id="407" name="Google Shape;407;p49"/>
          <p:cNvSpPr txBox="1"/>
          <p:nvPr/>
        </p:nvSpPr>
        <p:spPr>
          <a:xfrm>
            <a:off x="288625" y="1818250"/>
            <a:ext cx="26568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TIME BOMB</a:t>
            </a:r>
            <a:endParaRPr b="1" i="0" sz="3100" u="none" cap="none" strike="noStrike">
              <a:solidFill>
                <a:schemeClr val="dk1"/>
              </a:solidFill>
              <a:latin typeface="Inter"/>
              <a:ea typeface="Inter"/>
              <a:cs typeface="Inter"/>
              <a:sym typeface="Inter"/>
            </a:endParaRPr>
          </a:p>
        </p:txBody>
      </p:sp>
      <p:sp>
        <p:nvSpPr>
          <p:cNvPr id="408" name="Google Shape;408;p49"/>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409" name="Google Shape;409;p49"/>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10" name="Google Shape;410;p49"/>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11" name="Google Shape;411;p49"/>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12" name="Google Shape;412;p49"/>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413" name="Google Shape;413;p49"/>
          <p:cNvCxnSpPr/>
          <p:nvPr/>
        </p:nvCxnSpPr>
        <p:spPr>
          <a:xfrm>
            <a:off x="283850" y="2399750"/>
            <a:ext cx="2773200" cy="0"/>
          </a:xfrm>
          <a:prstGeom prst="straightConnector1">
            <a:avLst/>
          </a:prstGeom>
          <a:noFill/>
          <a:ln cap="flat" cmpd="sng" w="9525">
            <a:solidFill>
              <a:schemeClr val="dk1"/>
            </a:solidFill>
            <a:prstDash val="solid"/>
            <a:round/>
            <a:headEnd len="sm" w="sm" type="none"/>
            <a:tailEnd len="sm" w="sm" type="none"/>
          </a:ln>
        </p:spPr>
      </p:cxnSp>
      <p:pic>
        <p:nvPicPr>
          <p:cNvPr id="414" name="Google Shape;414;p49"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415" name="Google Shape;415;p49"/>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416" name="Google Shape;416;p49"/>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417" name="Google Shape;417;p49"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id="418" name="Google Shape;418;p49" title="GAIL.png"/>
          <p:cNvPicPr preferRelativeResize="0"/>
          <p:nvPr/>
        </p:nvPicPr>
        <p:blipFill rotWithShape="1">
          <a:blip r:embed="rId6">
            <a:alphaModFix/>
          </a:blip>
          <a:srcRect b="0" l="0" r="0" t="0"/>
          <a:stretch/>
        </p:blipFill>
        <p:spPr>
          <a:xfrm>
            <a:off x="288626" y="790112"/>
            <a:ext cx="1071847" cy="804300"/>
          </a:xfrm>
          <a:prstGeom prst="rect">
            <a:avLst/>
          </a:prstGeom>
          <a:noFill/>
          <a:ln>
            <a:noFill/>
          </a:ln>
        </p:spPr>
      </p:pic>
      <p:pic>
        <p:nvPicPr>
          <p:cNvPr descr="An Indian is dying every 23 seconds due to Air Pollution. Come 2030 and fuels we use today would have made air so toxic with pollutants that it would be well neigh impossible to live and move without oxygen kit as a permanent saddle.&#10;&#10;Script Editing &amp; Direction - Vivek Joshi, DOP - Prasad Naik, AD - Siddhesh Bhiwde, Make up Artist -Sampada Sachdeva, Props - Bhoomi Dave&#10;&#10;Cast&#10;Father : Santosh Singh, Mother : Aarti Joshi, Daughter : Bhoomika, Son : Karan Singh" id="419" name="Google Shape;419;p49" title="Time Bomb">
            <a:hlinkClick r:id="rId7"/>
          </p:cNvPr>
          <p:cNvPicPr preferRelativeResize="0"/>
          <p:nvPr/>
        </p:nvPicPr>
        <p:blipFill rotWithShape="1">
          <a:blip r:embed="rId8">
            <a:alphaModFix/>
          </a:blip>
          <a:srcRect b="0" l="0" r="0" t="0"/>
          <a:stretch/>
        </p:blipFill>
        <p:spPr>
          <a:xfrm>
            <a:off x="3221350" y="1228800"/>
            <a:ext cx="5635600" cy="3026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3" name="Shape 423"/>
        <p:cNvGrpSpPr/>
        <p:nvPr/>
      </p:nvGrpSpPr>
      <p:grpSpPr>
        <a:xfrm>
          <a:off x="0" y="0"/>
          <a:ext cx="0" cy="0"/>
          <a:chOff x="0" y="0"/>
          <a:chExt cx="0" cy="0"/>
        </a:xfrm>
      </p:grpSpPr>
      <p:cxnSp>
        <p:nvCxnSpPr>
          <p:cNvPr id="424" name="Google Shape;424;p50"/>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425" name="Google Shape;425;p50"/>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426" name="Google Shape;426;p50"/>
          <p:cNvSpPr txBox="1"/>
          <p:nvPr>
            <p:ph idx="1" type="subTitle"/>
          </p:nvPr>
        </p:nvSpPr>
        <p:spPr>
          <a:xfrm>
            <a:off x="284850" y="3060950"/>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050">
                <a:solidFill>
                  <a:schemeClr val="dk1"/>
                </a:solidFill>
                <a:latin typeface="Roboto"/>
                <a:ea typeface="Roboto"/>
                <a:cs typeface="Roboto"/>
                <a:sym typeface="Roboto"/>
              </a:rPr>
              <a:t>Story about love of an old man for his country, and love of a kid for his grandfather. Where there's an Indian, there's a way. Special thanks to GAIL (India) Limited.</a:t>
            </a:r>
            <a:endParaRPr sz="1100">
              <a:solidFill>
                <a:schemeClr val="dk1"/>
              </a:solidFill>
              <a:latin typeface="Arial"/>
              <a:ea typeface="Arial"/>
              <a:cs typeface="Arial"/>
              <a:sym typeface="Arial"/>
            </a:endParaRPr>
          </a:p>
        </p:txBody>
      </p:sp>
      <p:sp>
        <p:nvSpPr>
          <p:cNvPr id="427" name="Google Shape;427;p50"/>
          <p:cNvSpPr txBox="1"/>
          <p:nvPr/>
        </p:nvSpPr>
        <p:spPr>
          <a:xfrm>
            <a:off x="284850" y="478350"/>
            <a:ext cx="2056200" cy="804300"/>
          </a:xfrm>
          <a:prstGeom prst="rect">
            <a:avLst/>
          </a:prstGeom>
          <a:noFill/>
          <a:ln>
            <a:noFill/>
          </a:ln>
        </p:spPr>
        <p:txBody>
          <a:bodyPr anchorCtr="0" anchor="t" bIns="0" lIns="0" spcFirstLastPara="1" rIns="182875"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Inter"/>
              <a:ea typeface="Inter"/>
              <a:cs typeface="Inter"/>
              <a:sym typeface="Inter"/>
            </a:endParaRPr>
          </a:p>
        </p:txBody>
      </p:sp>
      <p:sp>
        <p:nvSpPr>
          <p:cNvPr id="428" name="Google Shape;428;p50"/>
          <p:cNvSpPr txBox="1"/>
          <p:nvPr/>
        </p:nvSpPr>
        <p:spPr>
          <a:xfrm>
            <a:off x="288625" y="1927150"/>
            <a:ext cx="26568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WE SHALL</a:t>
            </a:r>
            <a:endParaRPr b="1" i="0" sz="3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OVERCOME</a:t>
            </a:r>
            <a:endParaRPr b="1" i="0" sz="3100" u="none" cap="none" strike="noStrike">
              <a:solidFill>
                <a:schemeClr val="dk1"/>
              </a:solidFill>
              <a:latin typeface="Inter"/>
              <a:ea typeface="Inter"/>
              <a:cs typeface="Inter"/>
              <a:sym typeface="Inter"/>
            </a:endParaRPr>
          </a:p>
        </p:txBody>
      </p:sp>
      <p:sp>
        <p:nvSpPr>
          <p:cNvPr id="429" name="Google Shape;429;p50"/>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430" name="Google Shape;430;p50"/>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31" name="Google Shape;431;p50"/>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32" name="Google Shape;432;p50"/>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33" name="Google Shape;433;p50"/>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434" name="Google Shape;434;p50"/>
          <p:cNvCxnSpPr/>
          <p:nvPr/>
        </p:nvCxnSpPr>
        <p:spPr>
          <a:xfrm>
            <a:off x="283850" y="2900050"/>
            <a:ext cx="3173400" cy="900"/>
          </a:xfrm>
          <a:prstGeom prst="straightConnector1">
            <a:avLst/>
          </a:prstGeom>
          <a:noFill/>
          <a:ln cap="flat" cmpd="sng" w="9525">
            <a:solidFill>
              <a:schemeClr val="dk1"/>
            </a:solidFill>
            <a:prstDash val="solid"/>
            <a:round/>
            <a:headEnd len="sm" w="sm" type="none"/>
            <a:tailEnd len="sm" w="sm" type="none"/>
          </a:ln>
        </p:spPr>
      </p:cxnSp>
      <p:pic>
        <p:nvPicPr>
          <p:cNvPr id="435" name="Google Shape;435;p50"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436" name="Google Shape;436;p50"/>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437" name="Google Shape;437;p50"/>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438" name="Google Shape;438;p50"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id="439" name="Google Shape;439;p50" title="GAIL.png"/>
          <p:cNvPicPr preferRelativeResize="0"/>
          <p:nvPr/>
        </p:nvPicPr>
        <p:blipFill rotWithShape="1">
          <a:blip r:embed="rId6">
            <a:alphaModFix/>
          </a:blip>
          <a:srcRect b="0" l="0" r="0" t="0"/>
          <a:stretch/>
        </p:blipFill>
        <p:spPr>
          <a:xfrm>
            <a:off x="288626" y="683637"/>
            <a:ext cx="1071847" cy="804300"/>
          </a:xfrm>
          <a:prstGeom prst="rect">
            <a:avLst/>
          </a:prstGeom>
          <a:noFill/>
          <a:ln>
            <a:noFill/>
          </a:ln>
        </p:spPr>
      </p:pic>
      <p:pic>
        <p:nvPicPr>
          <p:cNvPr descr="Story about love of an old man for his country, and love of a kid for his grandfather. Where there's an Indian, there's a way. Special thanks to GAIL (India) Limited." id="440" name="Google Shape;440;p50" title="Hawa Badlo: We Shall OverCome">
            <a:hlinkClick r:id="rId7"/>
          </p:cNvPr>
          <p:cNvPicPr preferRelativeResize="0"/>
          <p:nvPr/>
        </p:nvPicPr>
        <p:blipFill rotWithShape="1">
          <a:blip r:embed="rId8">
            <a:alphaModFix/>
          </a:blip>
          <a:srcRect b="0" l="0" r="0" t="0"/>
          <a:stretch/>
        </p:blipFill>
        <p:spPr>
          <a:xfrm>
            <a:off x="3221350" y="1299450"/>
            <a:ext cx="5599950" cy="3026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1000"/>
                                        <p:tgtEl>
                                          <p:spTgt spid="4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4" name="Shape 444"/>
        <p:cNvGrpSpPr/>
        <p:nvPr/>
      </p:nvGrpSpPr>
      <p:grpSpPr>
        <a:xfrm>
          <a:off x="0" y="0"/>
          <a:ext cx="0" cy="0"/>
          <a:chOff x="0" y="0"/>
          <a:chExt cx="0" cy="0"/>
        </a:xfrm>
      </p:grpSpPr>
      <p:cxnSp>
        <p:nvCxnSpPr>
          <p:cNvPr id="445" name="Google Shape;445;p51"/>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446" name="Google Shape;446;p51"/>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447" name="Google Shape;447;p51"/>
          <p:cNvSpPr txBox="1"/>
          <p:nvPr>
            <p:ph idx="1" type="subTitle"/>
          </p:nvPr>
        </p:nvSpPr>
        <p:spPr>
          <a:xfrm>
            <a:off x="251575" y="2803025"/>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social experiment video from the </a:t>
            </a:r>
            <a:r>
              <a:rPr b="1" lang="en" sz="1100">
                <a:solidFill>
                  <a:schemeClr val="dk1"/>
                </a:solidFill>
                <a:latin typeface="Arial"/>
                <a:ea typeface="Arial"/>
                <a:cs typeface="Arial"/>
                <a:sym typeface="Arial"/>
              </a:rPr>
              <a:t>Hawa Badlo</a:t>
            </a:r>
            <a:r>
              <a:rPr lang="en" sz="1100">
                <a:solidFill>
                  <a:schemeClr val="dk1"/>
                </a:solidFill>
                <a:latin typeface="Arial"/>
                <a:ea typeface="Arial"/>
                <a:cs typeface="Arial"/>
                <a:sym typeface="Arial"/>
              </a:rPr>
              <a:t> campaign showing people in Delhi NCR encountering an “air seller” offering cans of fresh air to raise awareness about air pollution and clean-air actions.</a:t>
            </a:r>
            <a:endParaRPr sz="1100">
              <a:solidFill>
                <a:schemeClr val="dk1"/>
              </a:solidFill>
              <a:latin typeface="Arial"/>
              <a:ea typeface="Arial"/>
              <a:cs typeface="Arial"/>
              <a:sym typeface="Arial"/>
            </a:endParaRPr>
          </a:p>
        </p:txBody>
      </p:sp>
      <p:sp>
        <p:nvSpPr>
          <p:cNvPr id="448" name="Google Shape;448;p51"/>
          <p:cNvSpPr txBox="1"/>
          <p:nvPr/>
        </p:nvSpPr>
        <p:spPr>
          <a:xfrm>
            <a:off x="255350" y="1745300"/>
            <a:ext cx="26568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THE AIR</a:t>
            </a:r>
            <a:endParaRPr b="1" i="0" sz="3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SELLER</a:t>
            </a:r>
            <a:endParaRPr b="1" i="0" sz="3100" u="none" cap="none" strike="noStrike">
              <a:solidFill>
                <a:schemeClr val="dk1"/>
              </a:solidFill>
              <a:latin typeface="Inter"/>
              <a:ea typeface="Inter"/>
              <a:cs typeface="Inter"/>
              <a:sym typeface="Inter"/>
            </a:endParaRPr>
          </a:p>
        </p:txBody>
      </p:sp>
      <p:sp>
        <p:nvSpPr>
          <p:cNvPr id="449" name="Google Shape;449;p51"/>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450" name="Google Shape;450;p51"/>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51" name="Google Shape;451;p51"/>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52" name="Google Shape;452;p51"/>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53" name="Google Shape;453;p51"/>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454" name="Google Shape;454;p51"/>
          <p:cNvCxnSpPr/>
          <p:nvPr/>
        </p:nvCxnSpPr>
        <p:spPr>
          <a:xfrm>
            <a:off x="250575" y="2718200"/>
            <a:ext cx="3173400" cy="900"/>
          </a:xfrm>
          <a:prstGeom prst="straightConnector1">
            <a:avLst/>
          </a:prstGeom>
          <a:noFill/>
          <a:ln cap="flat" cmpd="sng" w="9525">
            <a:solidFill>
              <a:schemeClr val="dk1"/>
            </a:solidFill>
            <a:prstDash val="solid"/>
            <a:round/>
            <a:headEnd len="sm" w="sm" type="none"/>
            <a:tailEnd len="sm" w="sm" type="none"/>
          </a:ln>
        </p:spPr>
      </p:cxnSp>
      <p:pic>
        <p:nvPicPr>
          <p:cNvPr id="455" name="Google Shape;455;p51"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456" name="Google Shape;456;p51"/>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457" name="Google Shape;457;p51"/>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458" name="Google Shape;458;p51"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id="459" name="Google Shape;459;p51" title="GAIL.png"/>
          <p:cNvPicPr preferRelativeResize="0"/>
          <p:nvPr/>
        </p:nvPicPr>
        <p:blipFill rotWithShape="1">
          <a:blip r:embed="rId6">
            <a:alphaModFix/>
          </a:blip>
          <a:srcRect b="0" l="0" r="0" t="0"/>
          <a:stretch/>
        </p:blipFill>
        <p:spPr>
          <a:xfrm>
            <a:off x="250576" y="757237"/>
            <a:ext cx="1071847" cy="804300"/>
          </a:xfrm>
          <a:prstGeom prst="rect">
            <a:avLst/>
          </a:prstGeom>
          <a:noFill/>
          <a:ln>
            <a:noFill/>
          </a:ln>
        </p:spPr>
      </p:pic>
      <p:pic>
        <p:nvPicPr>
          <p:cNvPr descr="Watch our hidden camera capture the real emotions of people on Delhi streets when asked to buy fresh packaged breathable air." id="460" name="Google Shape;460;p51" title="Hawa Badlo: The Air Seller">
            <a:hlinkClick r:id="rId7"/>
          </p:cNvPr>
          <p:cNvPicPr preferRelativeResize="0"/>
          <p:nvPr/>
        </p:nvPicPr>
        <p:blipFill rotWithShape="1">
          <a:blip r:embed="rId8">
            <a:alphaModFix/>
          </a:blip>
          <a:srcRect b="0" l="0" r="0" t="0"/>
          <a:stretch/>
        </p:blipFill>
        <p:spPr>
          <a:xfrm>
            <a:off x="3221350" y="1322313"/>
            <a:ext cx="5599950" cy="2938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4" name="Shape 464"/>
        <p:cNvGrpSpPr/>
        <p:nvPr/>
      </p:nvGrpSpPr>
      <p:grpSpPr>
        <a:xfrm>
          <a:off x="0" y="0"/>
          <a:ext cx="0" cy="0"/>
          <a:chOff x="0" y="0"/>
          <a:chExt cx="0" cy="0"/>
        </a:xfrm>
      </p:grpSpPr>
      <p:cxnSp>
        <p:nvCxnSpPr>
          <p:cNvPr id="465" name="Google Shape;465;p52"/>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466" name="Google Shape;466;p52"/>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467" name="Google Shape;467;p52"/>
          <p:cNvSpPr txBox="1"/>
          <p:nvPr>
            <p:ph idx="1" type="subTitle"/>
          </p:nvPr>
        </p:nvSpPr>
        <p:spPr>
          <a:xfrm>
            <a:off x="284850" y="2676575"/>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Hawa Badlo</a:t>
            </a:r>
            <a:r>
              <a:rPr lang="en" sz="1100">
                <a:solidFill>
                  <a:schemeClr val="dk1"/>
                </a:solidFill>
                <a:latin typeface="Arial"/>
                <a:ea typeface="Arial"/>
                <a:cs typeface="Arial"/>
                <a:sym typeface="Arial"/>
              </a:rPr>
              <a:t> campaign video titled </a:t>
            </a:r>
            <a:r>
              <a:rPr i="1" lang="en" sz="1100">
                <a:solidFill>
                  <a:schemeClr val="dk1"/>
                </a:solidFill>
                <a:latin typeface="Arial"/>
                <a:ea typeface="Arial"/>
                <a:cs typeface="Arial"/>
                <a:sym typeface="Arial"/>
              </a:rPr>
              <a:t>“Raavan Ko Roko”</a:t>
            </a:r>
            <a:r>
              <a:rPr lang="en" sz="1100">
                <a:solidFill>
                  <a:schemeClr val="dk1"/>
                </a:solidFill>
                <a:latin typeface="Arial"/>
                <a:ea typeface="Arial"/>
                <a:cs typeface="Arial"/>
                <a:sym typeface="Arial"/>
              </a:rPr>
              <a:t> focusing on environmental action and awareness, urging viewers to fight pollution and protect the planet</a:t>
            </a:r>
            <a:endParaRPr sz="1100">
              <a:solidFill>
                <a:schemeClr val="dk1"/>
              </a:solidFill>
              <a:latin typeface="Arial"/>
              <a:ea typeface="Arial"/>
              <a:cs typeface="Arial"/>
              <a:sym typeface="Arial"/>
            </a:endParaRPr>
          </a:p>
        </p:txBody>
      </p:sp>
      <p:sp>
        <p:nvSpPr>
          <p:cNvPr id="468" name="Google Shape;468;p52"/>
          <p:cNvSpPr txBox="1"/>
          <p:nvPr/>
        </p:nvSpPr>
        <p:spPr>
          <a:xfrm>
            <a:off x="288625" y="1618850"/>
            <a:ext cx="26568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RAAVAN KO</a:t>
            </a:r>
            <a:endParaRPr b="1" i="0" sz="3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ROKO</a:t>
            </a:r>
            <a:endParaRPr b="1" i="0" sz="3100" u="none" cap="none" strike="noStrike">
              <a:solidFill>
                <a:schemeClr val="dk1"/>
              </a:solidFill>
              <a:latin typeface="Inter"/>
              <a:ea typeface="Inter"/>
              <a:cs typeface="Inter"/>
              <a:sym typeface="Inter"/>
            </a:endParaRPr>
          </a:p>
        </p:txBody>
      </p:sp>
      <p:sp>
        <p:nvSpPr>
          <p:cNvPr id="469" name="Google Shape;469;p52"/>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470" name="Google Shape;470;p52"/>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71" name="Google Shape;471;p52"/>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72" name="Google Shape;472;p52"/>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73" name="Google Shape;473;p52"/>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474" name="Google Shape;474;p52"/>
          <p:cNvCxnSpPr/>
          <p:nvPr/>
        </p:nvCxnSpPr>
        <p:spPr>
          <a:xfrm>
            <a:off x="283850" y="2591750"/>
            <a:ext cx="3173400" cy="900"/>
          </a:xfrm>
          <a:prstGeom prst="straightConnector1">
            <a:avLst/>
          </a:prstGeom>
          <a:noFill/>
          <a:ln cap="flat" cmpd="sng" w="9525">
            <a:solidFill>
              <a:schemeClr val="dk1"/>
            </a:solidFill>
            <a:prstDash val="solid"/>
            <a:round/>
            <a:headEnd len="sm" w="sm" type="none"/>
            <a:tailEnd len="sm" w="sm" type="none"/>
          </a:ln>
        </p:spPr>
      </p:cxnSp>
      <p:pic>
        <p:nvPicPr>
          <p:cNvPr id="475" name="Google Shape;475;p52"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476" name="Google Shape;476;p52"/>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477" name="Google Shape;477;p52"/>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478" name="Google Shape;478;p52"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id="479" name="Google Shape;479;p52" title="GAIL.png"/>
          <p:cNvPicPr preferRelativeResize="0"/>
          <p:nvPr/>
        </p:nvPicPr>
        <p:blipFill rotWithShape="1">
          <a:blip r:embed="rId6">
            <a:alphaModFix/>
          </a:blip>
          <a:srcRect b="0" l="0" r="0" t="0"/>
          <a:stretch/>
        </p:blipFill>
        <p:spPr>
          <a:xfrm>
            <a:off x="283851" y="630787"/>
            <a:ext cx="1071847" cy="804300"/>
          </a:xfrm>
          <a:prstGeom prst="rect">
            <a:avLst/>
          </a:prstGeom>
          <a:noFill/>
          <a:ln>
            <a:noFill/>
          </a:ln>
        </p:spPr>
      </p:pic>
      <p:pic>
        <p:nvPicPr>
          <p:cNvPr descr="Witness what happens when the evil meets it maker. Raavan is back from Lanka and this time for his ride." id="480" name="Google Shape;480;p52" title="Hawa Badlo : Raavan Ko Roko">
            <a:hlinkClick r:id="rId7"/>
          </p:cNvPr>
          <p:cNvPicPr preferRelativeResize="0"/>
          <p:nvPr/>
        </p:nvPicPr>
        <p:blipFill rotWithShape="1">
          <a:blip r:embed="rId8">
            <a:alphaModFix/>
          </a:blip>
          <a:srcRect b="0" l="0" r="0" t="0"/>
          <a:stretch/>
        </p:blipFill>
        <p:spPr>
          <a:xfrm>
            <a:off x="3221350" y="1308675"/>
            <a:ext cx="5599950" cy="2990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1000"/>
                                        <p:tgtEl>
                                          <p:spTgt spid="4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4" name="Shape 484"/>
        <p:cNvGrpSpPr/>
        <p:nvPr/>
      </p:nvGrpSpPr>
      <p:grpSpPr>
        <a:xfrm>
          <a:off x="0" y="0"/>
          <a:ext cx="0" cy="0"/>
          <a:chOff x="0" y="0"/>
          <a:chExt cx="0" cy="0"/>
        </a:xfrm>
      </p:grpSpPr>
      <p:cxnSp>
        <p:nvCxnSpPr>
          <p:cNvPr id="485" name="Google Shape;485;p53"/>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486" name="Google Shape;486;p53"/>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487" name="Google Shape;487;p53"/>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488" name="Google Shape;488;p53"/>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REAL POKEMON</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SIGHTED IN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INDIA</a:t>
            </a:r>
            <a:endParaRPr b="1" i="0" sz="2800" u="none" cap="none" strike="noStrike">
              <a:solidFill>
                <a:schemeClr val="dk1"/>
              </a:solidFill>
              <a:latin typeface="Inter"/>
              <a:ea typeface="Inter"/>
              <a:cs typeface="Inter"/>
              <a:sym typeface="Inter"/>
            </a:endParaRPr>
          </a:p>
        </p:txBody>
      </p:sp>
      <p:sp>
        <p:nvSpPr>
          <p:cNvPr id="489" name="Google Shape;489;p53"/>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490" name="Google Shape;490;p53"/>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91" name="Google Shape;491;p53"/>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92" name="Google Shape;492;p53"/>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493" name="Google Shape;493;p53"/>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494" name="Google Shape;494;p53"/>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495" name="Google Shape;495;p53"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496" name="Google Shape;496;p53"/>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497" name="Google Shape;497;p53"/>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498" name="Google Shape;498;p53"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We sighted a real Pokemon, here in New Delhi and quickly tracked its path with a video camera. If you have seen one, share your story in the comments." id="499" name="Google Shape;499;p53" title="Real Pokemon sighted in India">
            <a:hlinkClick r:id="rId6"/>
          </p:cNvPr>
          <p:cNvPicPr preferRelativeResize="0"/>
          <p:nvPr/>
        </p:nvPicPr>
        <p:blipFill rotWithShape="1">
          <a:blip r:embed="rId7">
            <a:alphaModFix/>
          </a:blip>
          <a:srcRect b="0" l="0" r="0" t="0"/>
          <a:stretch/>
        </p:blipFill>
        <p:spPr>
          <a:xfrm>
            <a:off x="3263650" y="1121388"/>
            <a:ext cx="5593289" cy="3146225"/>
          </a:xfrm>
          <a:prstGeom prst="rect">
            <a:avLst/>
          </a:prstGeom>
          <a:noFill/>
          <a:ln>
            <a:noFill/>
          </a:ln>
        </p:spPr>
      </p:pic>
      <p:pic>
        <p:nvPicPr>
          <p:cNvPr id="500" name="Google Shape;500;p53" title="GAIL.png"/>
          <p:cNvPicPr preferRelativeResize="0"/>
          <p:nvPr/>
        </p:nvPicPr>
        <p:blipFill rotWithShape="1">
          <a:blip r:embed="rId8">
            <a:alphaModFix/>
          </a:blip>
          <a:srcRect b="0" l="0" r="0" t="0"/>
          <a:stretch/>
        </p:blipFill>
        <p:spPr>
          <a:xfrm>
            <a:off x="283851" y="72803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4" name="Shape 504"/>
        <p:cNvGrpSpPr/>
        <p:nvPr/>
      </p:nvGrpSpPr>
      <p:grpSpPr>
        <a:xfrm>
          <a:off x="0" y="0"/>
          <a:ext cx="0" cy="0"/>
          <a:chOff x="0" y="0"/>
          <a:chExt cx="0" cy="0"/>
        </a:xfrm>
      </p:grpSpPr>
      <p:cxnSp>
        <p:nvCxnSpPr>
          <p:cNvPr id="505" name="Google Shape;505;p54"/>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506" name="Google Shape;506;p54"/>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507" name="Google Shape;507;p54"/>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508" name="Google Shape;508;p54"/>
          <p:cNvSpPr txBox="1"/>
          <p:nvPr/>
        </p:nvSpPr>
        <p:spPr>
          <a:xfrm>
            <a:off x="288625" y="220840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HELP A SUPERHERO</a:t>
            </a:r>
            <a:endParaRPr b="1" i="0" sz="2800" u="none" cap="none" strike="noStrike">
              <a:solidFill>
                <a:schemeClr val="dk1"/>
              </a:solidFill>
              <a:latin typeface="Inter"/>
              <a:ea typeface="Inter"/>
              <a:cs typeface="Inter"/>
              <a:sym typeface="Inter"/>
            </a:endParaRPr>
          </a:p>
        </p:txBody>
      </p:sp>
      <p:sp>
        <p:nvSpPr>
          <p:cNvPr id="509" name="Google Shape;509;p54"/>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510" name="Google Shape;510;p54"/>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11" name="Google Shape;511;p54"/>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12" name="Google Shape;512;p54"/>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13" name="Google Shape;513;p54"/>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514" name="Google Shape;514;p54"/>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515" name="Google Shape;515;p54"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516" name="Google Shape;516;p54"/>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517" name="Google Shape;517;p54"/>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518" name="Google Shape;518;p54"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Support the superheroes who undergo hell to ensure smoothness of your movement. Be a fan of a the real superheroes, tweet #GiftAMask and save their lives." id="519" name="Google Shape;519;p54" title="HELP A SUPERHERO">
            <a:hlinkClick r:id="rId6"/>
          </p:cNvPr>
          <p:cNvPicPr preferRelativeResize="0"/>
          <p:nvPr/>
        </p:nvPicPr>
        <p:blipFill rotWithShape="1">
          <a:blip r:embed="rId7">
            <a:alphaModFix/>
          </a:blip>
          <a:srcRect b="0" l="0" r="0" t="0"/>
          <a:stretch/>
        </p:blipFill>
        <p:spPr>
          <a:xfrm>
            <a:off x="3263650" y="1121388"/>
            <a:ext cx="5593300" cy="3146231"/>
          </a:xfrm>
          <a:prstGeom prst="rect">
            <a:avLst/>
          </a:prstGeom>
          <a:noFill/>
          <a:ln>
            <a:noFill/>
          </a:ln>
        </p:spPr>
      </p:pic>
      <p:pic>
        <p:nvPicPr>
          <p:cNvPr id="520" name="Google Shape;520;p54" title="GAIL.png"/>
          <p:cNvPicPr preferRelativeResize="0"/>
          <p:nvPr/>
        </p:nvPicPr>
        <p:blipFill rotWithShape="1">
          <a:blip r:embed="rId8">
            <a:alphaModFix/>
          </a:blip>
          <a:srcRect b="0" l="0" r="0" t="0"/>
          <a:stretch/>
        </p:blipFill>
        <p:spPr>
          <a:xfrm>
            <a:off x="283851" y="121013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0"/>
                                        <p:tgtEl>
                                          <p:spTgt spid="5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4" name="Shape 524"/>
        <p:cNvGrpSpPr/>
        <p:nvPr/>
      </p:nvGrpSpPr>
      <p:grpSpPr>
        <a:xfrm>
          <a:off x="0" y="0"/>
          <a:ext cx="0" cy="0"/>
          <a:chOff x="0" y="0"/>
          <a:chExt cx="0" cy="0"/>
        </a:xfrm>
      </p:grpSpPr>
      <p:cxnSp>
        <p:nvCxnSpPr>
          <p:cNvPr id="525" name="Google Shape;525;p55"/>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526" name="Google Shape;526;p55"/>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527" name="Google Shape;527;p55"/>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528" name="Google Shape;528;p55"/>
          <p:cNvSpPr txBox="1"/>
          <p:nvPr/>
        </p:nvSpPr>
        <p:spPr>
          <a:xfrm>
            <a:off x="288625" y="246070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DOING MY BIT</a:t>
            </a:r>
            <a:endParaRPr b="1" i="0" sz="2800" u="none" cap="none" strike="noStrike">
              <a:solidFill>
                <a:schemeClr val="dk1"/>
              </a:solidFill>
              <a:latin typeface="Inter"/>
              <a:ea typeface="Inter"/>
              <a:cs typeface="Inter"/>
              <a:sym typeface="Inter"/>
            </a:endParaRPr>
          </a:p>
        </p:txBody>
      </p:sp>
      <p:sp>
        <p:nvSpPr>
          <p:cNvPr id="529" name="Google Shape;529;p55"/>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530" name="Google Shape;530;p55"/>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31" name="Google Shape;531;p55"/>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32" name="Google Shape;532;p55"/>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33" name="Google Shape;533;p55"/>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534" name="Google Shape;534;p55"/>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535" name="Google Shape;535;p55"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536" name="Google Shape;536;p55"/>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537" name="Google Shape;537;p55"/>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538" name="Google Shape;538;p55"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Change your self and see the reflection all around" id="539" name="Google Shape;539;p55" title="Doing my bit">
            <a:hlinkClick r:id="rId6"/>
          </p:cNvPr>
          <p:cNvPicPr preferRelativeResize="0"/>
          <p:nvPr/>
        </p:nvPicPr>
        <p:blipFill rotWithShape="1">
          <a:blip r:embed="rId7">
            <a:alphaModFix/>
          </a:blip>
          <a:srcRect b="0" l="0" r="0" t="0"/>
          <a:stretch/>
        </p:blipFill>
        <p:spPr>
          <a:xfrm>
            <a:off x="3263650" y="1169013"/>
            <a:ext cx="5593300" cy="3146231"/>
          </a:xfrm>
          <a:prstGeom prst="rect">
            <a:avLst/>
          </a:prstGeom>
          <a:noFill/>
          <a:ln>
            <a:noFill/>
          </a:ln>
        </p:spPr>
      </p:pic>
      <p:pic>
        <p:nvPicPr>
          <p:cNvPr id="540" name="Google Shape;540;p55" title="GAIL.png"/>
          <p:cNvPicPr preferRelativeResize="0"/>
          <p:nvPr/>
        </p:nvPicPr>
        <p:blipFill rotWithShape="1">
          <a:blip r:embed="rId8">
            <a:alphaModFix/>
          </a:blip>
          <a:srcRect b="0" l="0" r="0" t="0"/>
          <a:stretch/>
        </p:blipFill>
        <p:spPr>
          <a:xfrm>
            <a:off x="283851" y="149883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1000"/>
                                        <p:tgtEl>
                                          <p:spTgt spid="5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4" name="Shape 544"/>
        <p:cNvGrpSpPr/>
        <p:nvPr/>
      </p:nvGrpSpPr>
      <p:grpSpPr>
        <a:xfrm>
          <a:off x="0" y="0"/>
          <a:ext cx="0" cy="0"/>
          <a:chOff x="0" y="0"/>
          <a:chExt cx="0" cy="0"/>
        </a:xfrm>
      </p:grpSpPr>
      <p:cxnSp>
        <p:nvCxnSpPr>
          <p:cNvPr id="545" name="Google Shape;545;p56"/>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546" name="Google Shape;546;p56"/>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547" name="Google Shape;547;p56"/>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548" name="Google Shape;548;p56"/>
          <p:cNvSpPr txBox="1"/>
          <p:nvPr/>
        </p:nvSpPr>
        <p:spPr>
          <a:xfrm>
            <a:off x="288625" y="2240163"/>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HAWA BADLO</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1"/>
                </a:solidFill>
                <a:latin typeface="Inter"/>
                <a:ea typeface="Inter"/>
                <a:cs typeface="Inter"/>
                <a:sym typeface="Inter"/>
              </a:rPr>
              <a:t>-switchtoswachh</a:t>
            </a:r>
            <a:endParaRPr b="1" i="0" sz="26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Inter"/>
              <a:ea typeface="Inter"/>
              <a:cs typeface="Inter"/>
              <a:sym typeface="Inter"/>
            </a:endParaRPr>
          </a:p>
        </p:txBody>
      </p:sp>
      <p:sp>
        <p:nvSpPr>
          <p:cNvPr id="549" name="Google Shape;549;p56"/>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550" name="Google Shape;550;p56"/>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51" name="Google Shape;551;p56"/>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52" name="Google Shape;552;p56"/>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53" name="Google Shape;553;p56"/>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554" name="Google Shape;554;p56"/>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555" name="Google Shape;555;p56"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556" name="Google Shape;556;p56"/>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557" name="Google Shape;557;p56"/>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558" name="Google Shape;558;p56"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GAIL surprised Delhi, this World Environment Day. If you missed the Free pollution check camp, then this video is a must watch. &#10;&#10;Join GAIL's Swachh Air Mission #HawaBadlo  &#10;&#10;#Switch2Swachh&#10;&#10;#NaturalGas #CNG #PNG" id="559" name="Google Shape;559;p56" title="Hawa Badlo - #Switch2Swachh">
            <a:hlinkClick r:id="rId6"/>
          </p:cNvPr>
          <p:cNvPicPr preferRelativeResize="0"/>
          <p:nvPr/>
        </p:nvPicPr>
        <p:blipFill rotWithShape="1">
          <a:blip r:embed="rId7">
            <a:alphaModFix/>
          </a:blip>
          <a:srcRect b="0" l="0" r="0" t="0"/>
          <a:stretch/>
        </p:blipFill>
        <p:spPr>
          <a:xfrm>
            <a:off x="3263550" y="1169013"/>
            <a:ext cx="5593300" cy="3146231"/>
          </a:xfrm>
          <a:prstGeom prst="rect">
            <a:avLst/>
          </a:prstGeom>
          <a:noFill/>
          <a:ln>
            <a:noFill/>
          </a:ln>
        </p:spPr>
      </p:pic>
      <p:pic>
        <p:nvPicPr>
          <p:cNvPr id="560" name="Google Shape;560;p56" title="GAIL.png"/>
          <p:cNvPicPr preferRelativeResize="0"/>
          <p:nvPr/>
        </p:nvPicPr>
        <p:blipFill rotWithShape="1">
          <a:blip r:embed="rId8">
            <a:alphaModFix/>
          </a:blip>
          <a:srcRect b="0" l="0" r="0" t="0"/>
          <a:stretch/>
        </p:blipFill>
        <p:spPr>
          <a:xfrm>
            <a:off x="283851" y="115343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1000"/>
                                        <p:tgtEl>
                                          <p:spTgt spid="5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4" name="Shape 564"/>
        <p:cNvGrpSpPr/>
        <p:nvPr/>
      </p:nvGrpSpPr>
      <p:grpSpPr>
        <a:xfrm>
          <a:off x="0" y="0"/>
          <a:ext cx="0" cy="0"/>
          <a:chOff x="0" y="0"/>
          <a:chExt cx="0" cy="0"/>
        </a:xfrm>
      </p:grpSpPr>
      <p:cxnSp>
        <p:nvCxnSpPr>
          <p:cNvPr id="565" name="Google Shape;565;p57"/>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566" name="Google Shape;566;p57"/>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567" name="Google Shape;567;p57"/>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568" name="Google Shape;568;p57"/>
          <p:cNvSpPr txBox="1"/>
          <p:nvPr/>
        </p:nvSpPr>
        <p:spPr>
          <a:xfrm>
            <a:off x="288625" y="249342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GHUNGHAT</a:t>
            </a:r>
            <a:endParaRPr b="1" i="0" sz="2800" u="none" cap="none" strike="noStrike">
              <a:solidFill>
                <a:schemeClr val="dk1"/>
              </a:solidFill>
              <a:latin typeface="Inter"/>
              <a:ea typeface="Inter"/>
              <a:cs typeface="Inter"/>
              <a:sym typeface="Inter"/>
            </a:endParaRPr>
          </a:p>
        </p:txBody>
      </p:sp>
      <p:sp>
        <p:nvSpPr>
          <p:cNvPr id="569" name="Google Shape;569;p57"/>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570" name="Google Shape;570;p57"/>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71" name="Google Shape;571;p57"/>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72" name="Google Shape;572;p57"/>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73" name="Google Shape;573;p57"/>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574" name="Google Shape;574;p57"/>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575" name="Google Shape;575;p57"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576" name="Google Shape;576;p57"/>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577" name="Google Shape;577;p57"/>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578" name="Google Shape;578;p57"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Ghunghat is a satirical take on the peaking problem of air pollution in the country. Join us! Be a #HawaBadlo warrior to bring the much needed change: http://changetheair.org/warrior" id="579" name="Google Shape;579;p57" title="Ghunghat - Kal Bhi, Aaj Bhi... Kal Bhi">
            <a:hlinkClick r:id="rId6"/>
          </p:cNvPr>
          <p:cNvPicPr preferRelativeResize="0"/>
          <p:nvPr/>
        </p:nvPicPr>
        <p:blipFill rotWithShape="1">
          <a:blip r:embed="rId7">
            <a:alphaModFix/>
          </a:blip>
          <a:srcRect b="0" l="0" r="0" t="0"/>
          <a:stretch/>
        </p:blipFill>
        <p:spPr>
          <a:xfrm>
            <a:off x="3263550" y="1121375"/>
            <a:ext cx="5593300" cy="3146231"/>
          </a:xfrm>
          <a:prstGeom prst="rect">
            <a:avLst/>
          </a:prstGeom>
          <a:noFill/>
          <a:ln>
            <a:noFill/>
          </a:ln>
        </p:spPr>
      </p:pic>
      <p:pic>
        <p:nvPicPr>
          <p:cNvPr id="580" name="Google Shape;580;p57" title="GAIL.png"/>
          <p:cNvPicPr preferRelativeResize="0"/>
          <p:nvPr/>
        </p:nvPicPr>
        <p:blipFill rotWithShape="1">
          <a:blip r:embed="rId8">
            <a:alphaModFix/>
          </a:blip>
          <a:srcRect b="0" l="0" r="0" t="0"/>
          <a:stretch/>
        </p:blipFill>
        <p:spPr>
          <a:xfrm>
            <a:off x="283851" y="156428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1000"/>
                                        <p:tgtEl>
                                          <p:spTgt spid="5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4" name="Shape 584"/>
        <p:cNvGrpSpPr/>
        <p:nvPr/>
      </p:nvGrpSpPr>
      <p:grpSpPr>
        <a:xfrm>
          <a:off x="0" y="0"/>
          <a:ext cx="0" cy="0"/>
          <a:chOff x="0" y="0"/>
          <a:chExt cx="0" cy="0"/>
        </a:xfrm>
      </p:grpSpPr>
      <p:cxnSp>
        <p:nvCxnSpPr>
          <p:cNvPr id="585" name="Google Shape;585;p58"/>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586" name="Google Shape;586;p58"/>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587" name="Google Shape;587;p58"/>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588" name="Google Shape;588;p58"/>
          <p:cNvSpPr txBox="1"/>
          <p:nvPr/>
        </p:nvSpPr>
        <p:spPr>
          <a:xfrm>
            <a:off x="288625" y="1519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ARE YOU SURE,</a:t>
            </a:r>
            <a:endParaRPr b="1" i="0" sz="2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GOOD WON OVER</a:t>
            </a:r>
            <a:endParaRPr b="1" i="0" sz="2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EVIL THIS DUSSEHRA</a:t>
            </a:r>
            <a:endParaRPr b="1" i="0" sz="2400" u="none" cap="none" strike="noStrike">
              <a:solidFill>
                <a:schemeClr val="dk1"/>
              </a:solidFill>
              <a:latin typeface="Inter"/>
              <a:ea typeface="Inter"/>
              <a:cs typeface="Inter"/>
              <a:sym typeface="Inter"/>
            </a:endParaRPr>
          </a:p>
        </p:txBody>
      </p:sp>
      <p:sp>
        <p:nvSpPr>
          <p:cNvPr id="589" name="Google Shape;589;p58"/>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590" name="Google Shape;590;p58"/>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91" name="Google Shape;591;p58"/>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92" name="Google Shape;592;p58"/>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593" name="Google Shape;593;p58"/>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594" name="Google Shape;594;p58"/>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595" name="Google Shape;595;p58"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596" name="Google Shape;596;p58"/>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597" name="Google Shape;597;p58"/>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598" name="Google Shape;598;p58"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Let's take a pledge to celebrate this festive season responsibly. #HawaBadlo. Be a #HawaBadloWarrior join the movement: http://www.changetheair.org/warrior/" id="599" name="Google Shape;599;p58" title="Are You Sure, Good won over Evil this Dussehra?">
            <a:hlinkClick r:id="rId6"/>
          </p:cNvPr>
          <p:cNvPicPr preferRelativeResize="0"/>
          <p:nvPr/>
        </p:nvPicPr>
        <p:blipFill rotWithShape="1">
          <a:blip r:embed="rId7">
            <a:alphaModFix/>
          </a:blip>
          <a:srcRect b="0" l="0" r="0" t="0"/>
          <a:stretch/>
        </p:blipFill>
        <p:spPr>
          <a:xfrm>
            <a:off x="3263550" y="1169000"/>
            <a:ext cx="5593300" cy="3146231"/>
          </a:xfrm>
          <a:prstGeom prst="rect">
            <a:avLst/>
          </a:prstGeom>
          <a:noFill/>
          <a:ln>
            <a:noFill/>
          </a:ln>
        </p:spPr>
      </p:pic>
      <p:pic>
        <p:nvPicPr>
          <p:cNvPr id="600" name="Google Shape;600;p58" title="GAIL.png"/>
          <p:cNvPicPr preferRelativeResize="0"/>
          <p:nvPr/>
        </p:nvPicPr>
        <p:blipFill rotWithShape="1">
          <a:blip r:embed="rId8">
            <a:alphaModFix/>
          </a:blip>
          <a:srcRect b="0" l="0" r="0" t="0"/>
          <a:stretch/>
        </p:blipFill>
        <p:spPr>
          <a:xfrm>
            <a:off x="283850" y="705276"/>
            <a:ext cx="972569" cy="729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1000"/>
                                        <p:tgtEl>
                                          <p:spTgt spid="5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4" name="Shape 604"/>
        <p:cNvGrpSpPr/>
        <p:nvPr/>
      </p:nvGrpSpPr>
      <p:grpSpPr>
        <a:xfrm>
          <a:off x="0" y="0"/>
          <a:ext cx="0" cy="0"/>
          <a:chOff x="0" y="0"/>
          <a:chExt cx="0" cy="0"/>
        </a:xfrm>
      </p:grpSpPr>
      <p:cxnSp>
        <p:nvCxnSpPr>
          <p:cNvPr id="605" name="Google Shape;605;p59"/>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606" name="Google Shape;606;p59"/>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607" name="Google Shape;607;p59"/>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608" name="Google Shape;608;p59"/>
          <p:cNvSpPr txBox="1"/>
          <p:nvPr/>
        </p:nvSpPr>
        <p:spPr>
          <a:xfrm>
            <a:off x="288625" y="214362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KADVI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HAWA BADLO</a:t>
            </a:r>
            <a:endParaRPr b="1" i="0" sz="2800" u="none" cap="none" strike="noStrike">
              <a:solidFill>
                <a:schemeClr val="dk1"/>
              </a:solidFill>
              <a:latin typeface="Inter"/>
              <a:ea typeface="Inter"/>
              <a:cs typeface="Inter"/>
              <a:sym typeface="Inter"/>
            </a:endParaRPr>
          </a:p>
        </p:txBody>
      </p:sp>
      <p:sp>
        <p:nvSpPr>
          <p:cNvPr id="609" name="Google Shape;609;p59"/>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610" name="Google Shape;610;p59"/>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11" name="Google Shape;611;p59"/>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12" name="Google Shape;612;p59"/>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13" name="Google Shape;613;p59"/>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614" name="Google Shape;614;p59"/>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615" name="Google Shape;615;p59"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616" name="Google Shape;616;p59"/>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617" name="Google Shape;617;p59"/>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618" name="Google Shape;618;p59"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GAIL (India) Limited, in association with Akshay Parija Productions, Drishyam Films and Eleeanora Images - presents you a short film, depicting a future with harsh climatic conditions because of the already tangible climate change. &quot;Kadvi Hawa Badlo&quot; features two acclaimed actors Sanjay Mishra and Ranvir Shorey, who have their highly anticipated film &quot;Kadvi Hawa&quot;, directed by Nila Madhab Panda, releasing on 24th November&#10;&#10;GAIL (India) Limited is the proud 'Clean Energy Partner' of 'Kadvi Hawa' film.&#10;&#10;Watch 'Kadvi Hawa' trailer here: https://goo.gl/dbtTZP&#10;&#10;It's our intention to stand up and be counted on the global climate change fighting community, as we are doing from our Hawa Badlo platform. &#10;&#10;Credits: A Handyyman content idea | Written &amp; Directed by - Sushant Shukla l Executive Producer -  Protiqe Mojoomdar l Producers: Akshay Kumar Parija,Manish Mundra, Nila Madhab Panda l Cast - Ranvir Shorey, Sanjay Mishra, Harsh Mayar, Preeti Deval | Additional Dialogues – Protiqe Mojoomdar | Cinematography – Pratap Rout | Production Design - Somanwita Bhattacharya | Editor &amp; Post Supervisor – Suyash Lakhan | Original Music Score: Bishakh Jyoti | Sound Design - Chayan Dey | Costume Stylist – Renu Yadav | Chief AD – Rahat Jiloha | Colourist - Kirankumar Kota | Art Asst. – Komal Savla | Asst. Editor - Prashant Rane | Line Producer – Satish Ranjan Michael | Production Asst. – Satarupa Das | Music recording at ORL | Keys &amp; Programming - Johan | DI &amp; Online Studio - Prasad Labs | Edit &amp; Graphics Post Studio - Resonance Studios&#10;&#10;Please watch the important National Award winning film Kadvi Hawa to open our eyes on Climate Change." id="619" name="Google Shape;619;p59" title="Kadvi Hawa Badlo - Short Film (Feat. Sanjay Mishra and Ranvir Shorey)">
            <a:hlinkClick r:id="rId6"/>
          </p:cNvPr>
          <p:cNvPicPr preferRelativeResize="0"/>
          <p:nvPr/>
        </p:nvPicPr>
        <p:blipFill rotWithShape="1">
          <a:blip r:embed="rId7">
            <a:alphaModFix/>
          </a:blip>
          <a:srcRect b="0" l="0" r="0" t="0"/>
          <a:stretch/>
        </p:blipFill>
        <p:spPr>
          <a:xfrm>
            <a:off x="3263550" y="1169013"/>
            <a:ext cx="5593289" cy="3146225"/>
          </a:xfrm>
          <a:prstGeom prst="rect">
            <a:avLst/>
          </a:prstGeom>
          <a:noFill/>
          <a:ln>
            <a:noFill/>
          </a:ln>
        </p:spPr>
      </p:pic>
      <p:pic>
        <p:nvPicPr>
          <p:cNvPr id="620" name="Google Shape;620;p59" title="GAIL.png"/>
          <p:cNvPicPr preferRelativeResize="0"/>
          <p:nvPr/>
        </p:nvPicPr>
        <p:blipFill rotWithShape="1">
          <a:blip r:embed="rId8">
            <a:alphaModFix/>
          </a:blip>
          <a:srcRect b="0" l="0" r="0" t="0"/>
          <a:stretch/>
        </p:blipFill>
        <p:spPr>
          <a:xfrm>
            <a:off x="283851" y="103843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4" name="Shape 624"/>
        <p:cNvGrpSpPr/>
        <p:nvPr/>
      </p:nvGrpSpPr>
      <p:grpSpPr>
        <a:xfrm>
          <a:off x="0" y="0"/>
          <a:ext cx="0" cy="0"/>
          <a:chOff x="0" y="0"/>
          <a:chExt cx="0" cy="0"/>
        </a:xfrm>
      </p:grpSpPr>
      <p:cxnSp>
        <p:nvCxnSpPr>
          <p:cNvPr id="625" name="Google Shape;625;p60"/>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626" name="Google Shape;626;p60"/>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627" name="Google Shape;627;p60"/>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628" name="Google Shape;628;p60"/>
          <p:cNvSpPr txBox="1"/>
          <p:nvPr/>
        </p:nvSpPr>
        <p:spPr>
          <a:xfrm>
            <a:off x="288625" y="214362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GREY DAY</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AT SCHOOL</a:t>
            </a:r>
            <a:endParaRPr b="1" i="0" sz="2800" u="none" cap="none" strike="noStrike">
              <a:solidFill>
                <a:schemeClr val="dk1"/>
              </a:solidFill>
              <a:latin typeface="Inter"/>
              <a:ea typeface="Inter"/>
              <a:cs typeface="Inter"/>
              <a:sym typeface="Inter"/>
            </a:endParaRPr>
          </a:p>
        </p:txBody>
      </p:sp>
      <p:sp>
        <p:nvSpPr>
          <p:cNvPr id="629" name="Google Shape;629;p60"/>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630" name="Google Shape;630;p60"/>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31" name="Google Shape;631;p60"/>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32" name="Google Shape;632;p60"/>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33" name="Google Shape;633;p60"/>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634" name="Google Shape;634;p60"/>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635" name="Google Shape;635;p60"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636" name="Google Shape;636;p60"/>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637" name="Google Shape;637;p60"/>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638" name="Google Shape;638;p60"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quot;Grey Day At School&quot; is a film that highlights the prospect of a frightening future due to the spiking air pollution levels. Be a warrior against air pollution, join us at: http://changetheair.org/warrior.&#10;&#10;Credits: A Handyyman Film | Produced by - Protiqe Mojoomdar | Written and Directed by - Shushant Shukla | Cast - Sameera, Ruhani, Masood | Cinematography - Deval Samanta | Production Design - Somanwita Bhattacharya | Editor - Suyash | Original Music Score - Kanish Sharma | Costume Stylist - Amrapali Garud | Art Asst. - Komal Savla | Chief AD - Sreepad Dabhekar | 2nd AD - Raahaat Jiloha | Post Production and VFX Supervisor - Abhishek Guha | Line Producer - Satish Ranjan Michael | Making of Team - Vijay, Rohit Pandey" id="639" name="Google Shape;639;p60" title="Grey Day At School - Hawa Badlo">
            <a:hlinkClick r:id="rId6"/>
          </p:cNvPr>
          <p:cNvPicPr preferRelativeResize="0"/>
          <p:nvPr/>
        </p:nvPicPr>
        <p:blipFill rotWithShape="1">
          <a:blip r:embed="rId7">
            <a:alphaModFix/>
          </a:blip>
          <a:srcRect b="0" l="0" r="0" t="0"/>
          <a:stretch/>
        </p:blipFill>
        <p:spPr>
          <a:xfrm>
            <a:off x="3263550" y="1170575"/>
            <a:ext cx="5593300" cy="3146231"/>
          </a:xfrm>
          <a:prstGeom prst="rect">
            <a:avLst/>
          </a:prstGeom>
          <a:noFill/>
          <a:ln>
            <a:noFill/>
          </a:ln>
        </p:spPr>
      </p:pic>
      <p:pic>
        <p:nvPicPr>
          <p:cNvPr id="640" name="Google Shape;640;p60" title="GAIL.png"/>
          <p:cNvPicPr preferRelativeResize="0"/>
          <p:nvPr/>
        </p:nvPicPr>
        <p:blipFill rotWithShape="1">
          <a:blip r:embed="rId8">
            <a:alphaModFix/>
          </a:blip>
          <a:srcRect b="0" l="0" r="0" t="0"/>
          <a:stretch/>
        </p:blipFill>
        <p:spPr>
          <a:xfrm>
            <a:off x="283851" y="115343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1000"/>
                                        <p:tgtEl>
                                          <p:spTgt spid="6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4" name="Shape 644"/>
        <p:cNvGrpSpPr/>
        <p:nvPr/>
      </p:nvGrpSpPr>
      <p:grpSpPr>
        <a:xfrm>
          <a:off x="0" y="0"/>
          <a:ext cx="0" cy="0"/>
          <a:chOff x="0" y="0"/>
          <a:chExt cx="0" cy="0"/>
        </a:xfrm>
      </p:grpSpPr>
      <p:cxnSp>
        <p:nvCxnSpPr>
          <p:cNvPr id="645" name="Google Shape;645;p61"/>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646" name="Google Shape;646;p61"/>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647" name="Google Shape;647;p61"/>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648" name="Google Shape;648;p61"/>
          <p:cNvSpPr txBox="1"/>
          <p:nvPr/>
        </p:nvSpPr>
        <p:spPr>
          <a:xfrm>
            <a:off x="288625" y="17799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HAWA BADLO</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VALENTINE</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SURPRISE</a:t>
            </a:r>
            <a:endParaRPr b="1" i="0" sz="2800" u="none" cap="none" strike="noStrike">
              <a:solidFill>
                <a:schemeClr val="dk1"/>
              </a:solidFill>
              <a:latin typeface="Inter"/>
              <a:ea typeface="Inter"/>
              <a:cs typeface="Inter"/>
              <a:sym typeface="Inter"/>
            </a:endParaRPr>
          </a:p>
        </p:txBody>
      </p:sp>
      <p:sp>
        <p:nvSpPr>
          <p:cNvPr id="649" name="Google Shape;649;p61"/>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650" name="Google Shape;650;p61"/>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51" name="Google Shape;651;p61"/>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52" name="Google Shape;652;p61"/>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53" name="Google Shape;653;p61"/>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654" name="Google Shape;654;p61"/>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655" name="Google Shape;655;p61"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656" name="Google Shape;656;p61"/>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657" name="Google Shape;657;p61"/>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658" name="Google Shape;658;p61"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Traffic policemen work selflessly for us to have smoother transits, but who works for their safety? This Valentine Day, AirLens with GAIL (India) Limited, has decided to surprise our dedicated saviors by gifting them Airlens Nose Air Filters to them.  Unlike masks, which cover their smiles and make it difficult to work, AirLens let's them work and breathe smartly." id="659" name="Google Shape;659;p61" title="Hawa Badlo Valentine Surprise">
            <a:hlinkClick r:id="rId6"/>
          </p:cNvPr>
          <p:cNvPicPr preferRelativeResize="0"/>
          <p:nvPr/>
        </p:nvPicPr>
        <p:blipFill rotWithShape="1">
          <a:blip r:embed="rId7">
            <a:alphaModFix/>
          </a:blip>
          <a:srcRect b="0" l="0" r="0" t="0"/>
          <a:stretch/>
        </p:blipFill>
        <p:spPr>
          <a:xfrm>
            <a:off x="3263550" y="1170588"/>
            <a:ext cx="5593300" cy="3146231"/>
          </a:xfrm>
          <a:prstGeom prst="rect">
            <a:avLst/>
          </a:prstGeom>
          <a:noFill/>
          <a:ln>
            <a:noFill/>
          </a:ln>
        </p:spPr>
      </p:pic>
      <p:pic>
        <p:nvPicPr>
          <p:cNvPr id="660" name="Google Shape;660;p61" title="GAIL.png"/>
          <p:cNvPicPr preferRelativeResize="0"/>
          <p:nvPr/>
        </p:nvPicPr>
        <p:blipFill rotWithShape="1">
          <a:blip r:embed="rId8">
            <a:alphaModFix/>
          </a:blip>
          <a:srcRect b="0" l="0" r="0" t="0"/>
          <a:stretch/>
        </p:blipFill>
        <p:spPr>
          <a:xfrm>
            <a:off x="283851" y="82153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1000"/>
                                        <p:tgtEl>
                                          <p:spTgt spid="6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4" name="Shape 664"/>
        <p:cNvGrpSpPr/>
        <p:nvPr/>
      </p:nvGrpSpPr>
      <p:grpSpPr>
        <a:xfrm>
          <a:off x="0" y="0"/>
          <a:ext cx="0" cy="0"/>
          <a:chOff x="0" y="0"/>
          <a:chExt cx="0" cy="0"/>
        </a:xfrm>
      </p:grpSpPr>
      <p:cxnSp>
        <p:nvCxnSpPr>
          <p:cNvPr id="665" name="Google Shape;665;p62"/>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666" name="Google Shape;666;p62"/>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667" name="Google Shape;667;p62"/>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668" name="Google Shape;668;p62"/>
          <p:cNvSpPr txBox="1"/>
          <p:nvPr/>
        </p:nvSpPr>
        <p:spPr>
          <a:xfrm>
            <a:off x="283850" y="2523913"/>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TIMES LIT FEST</a:t>
            </a:r>
            <a:endParaRPr b="1" i="0" sz="2800" u="none" cap="none" strike="noStrike">
              <a:solidFill>
                <a:schemeClr val="dk1"/>
              </a:solidFill>
              <a:latin typeface="Inter"/>
              <a:ea typeface="Inter"/>
              <a:cs typeface="Inter"/>
              <a:sym typeface="Inter"/>
            </a:endParaRPr>
          </a:p>
        </p:txBody>
      </p:sp>
      <p:sp>
        <p:nvSpPr>
          <p:cNvPr id="669" name="Google Shape;669;p62"/>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670" name="Google Shape;670;p62"/>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71" name="Google Shape;671;p62"/>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72" name="Google Shape;672;p62"/>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73" name="Google Shape;673;p62"/>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674" name="Google Shape;674;p62"/>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675" name="Google Shape;675;p62"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676" name="Google Shape;676;p62"/>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677" name="Google Shape;677;p62"/>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678" name="Google Shape;678;p62"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When positive people come together for a noble cause, expect a better society. &#10;Watch out for people from different walks of life sharing their views on the menace of #AirPollution and how to #BringBackTheBlueSkies" id="679" name="Google Shape;679;p62" title="GAIL (India) Ltd. at Times Lit Fest">
            <a:hlinkClick r:id="rId6"/>
          </p:cNvPr>
          <p:cNvPicPr preferRelativeResize="0"/>
          <p:nvPr/>
        </p:nvPicPr>
        <p:blipFill rotWithShape="1">
          <a:blip r:embed="rId7">
            <a:alphaModFix/>
          </a:blip>
          <a:srcRect b="0" l="0" r="0" t="0"/>
          <a:stretch/>
        </p:blipFill>
        <p:spPr>
          <a:xfrm>
            <a:off x="3263550" y="1169013"/>
            <a:ext cx="5593300" cy="3146231"/>
          </a:xfrm>
          <a:prstGeom prst="rect">
            <a:avLst/>
          </a:prstGeom>
          <a:noFill/>
          <a:ln>
            <a:noFill/>
          </a:ln>
        </p:spPr>
      </p:pic>
      <p:pic>
        <p:nvPicPr>
          <p:cNvPr id="680" name="Google Shape;680;p62" title="GAIL.png"/>
          <p:cNvPicPr preferRelativeResize="0"/>
          <p:nvPr/>
        </p:nvPicPr>
        <p:blipFill rotWithShape="1">
          <a:blip r:embed="rId8">
            <a:alphaModFix/>
          </a:blip>
          <a:srcRect b="0" l="0" r="0" t="0"/>
          <a:stretch/>
        </p:blipFill>
        <p:spPr>
          <a:xfrm>
            <a:off x="283851" y="155558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1000"/>
                                        <p:tgtEl>
                                          <p:spTgt spid="6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4" name="Shape 684"/>
        <p:cNvGrpSpPr/>
        <p:nvPr/>
      </p:nvGrpSpPr>
      <p:grpSpPr>
        <a:xfrm>
          <a:off x="0" y="0"/>
          <a:ext cx="0" cy="0"/>
          <a:chOff x="0" y="0"/>
          <a:chExt cx="0" cy="0"/>
        </a:xfrm>
      </p:grpSpPr>
      <p:cxnSp>
        <p:nvCxnSpPr>
          <p:cNvPr id="685" name="Google Shape;685;p63"/>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686" name="Google Shape;686;p63"/>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687" name="Google Shape;687;p63"/>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688" name="Google Shape;688;p63"/>
          <p:cNvSpPr txBox="1"/>
          <p:nvPr/>
        </p:nvSpPr>
        <p:spPr>
          <a:xfrm>
            <a:off x="283850" y="2199663"/>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HAWA BADLE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HASSU</a:t>
            </a:r>
            <a:endParaRPr b="1" i="0" sz="2800" u="none" cap="none" strike="noStrike">
              <a:solidFill>
                <a:schemeClr val="dk1"/>
              </a:solidFill>
              <a:latin typeface="Inter"/>
              <a:ea typeface="Inter"/>
              <a:cs typeface="Inter"/>
              <a:sym typeface="Inter"/>
            </a:endParaRPr>
          </a:p>
        </p:txBody>
      </p:sp>
      <p:sp>
        <p:nvSpPr>
          <p:cNvPr id="689" name="Google Shape;689;p63"/>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690" name="Google Shape;690;p63"/>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91" name="Google Shape;691;p63"/>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92" name="Google Shape;692;p63"/>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693" name="Google Shape;693;p63"/>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694" name="Google Shape;694;p63"/>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695" name="Google Shape;695;p63"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696" name="Google Shape;696;p63"/>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697" name="Google Shape;697;p63"/>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698" name="Google Shape;698;p63"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Hawa Badle Hassu is a sci-fi Environmental thriller series - the story of an environmentally conscious Autorickshaw Driver called Hassu, who keeps brainwashing his passengers hoping to change their life choices to more environmentally friendly alternatives. But even as he goes about his crusade, unknown to him, there seem to be some really sinister people who are hunting him desperately. Stay Tuned as the mystery unfolds  at https://www.sonyliv.com/details/show/6046881997001/Hawa-Badle-Hassu&#10;&#10;&#10;Series Credits:&#10;GAIL India Ltd. presents a Hawa Badlo initiative&#10;Hawa Badle Hassu (a Handyyman Mini-Series)&#10;&#10;Starring: Chandan Roy Sanyal, Smita Tambe, Vikram Kocchar, Zachary Coffin                           &#10;&#10;Directed by: Shiva - Saptaraj&#10;&#10;Co-written &amp; Produced by: Protiqe Mojoomdar&#10;&#10;Screenplay: Sahil Aditya Ratna &#10;&#10;Director of Photography: Shubhadeep Dey&#10;&#10;Editor: Archit Rastogi &#10;&#10;Music: Ramon Ibrahim" id="699" name="Google Shape;699;p63" title="HAWA BADLE HASSU Trailer">
            <a:hlinkClick r:id="rId6"/>
          </p:cNvPr>
          <p:cNvPicPr preferRelativeResize="0"/>
          <p:nvPr/>
        </p:nvPicPr>
        <p:blipFill rotWithShape="1">
          <a:blip r:embed="rId7">
            <a:alphaModFix/>
          </a:blip>
          <a:srcRect b="0" l="0" r="0" t="0"/>
          <a:stretch/>
        </p:blipFill>
        <p:spPr>
          <a:xfrm>
            <a:off x="3220525" y="1170588"/>
            <a:ext cx="5593289" cy="3146225"/>
          </a:xfrm>
          <a:prstGeom prst="rect">
            <a:avLst/>
          </a:prstGeom>
          <a:noFill/>
          <a:ln>
            <a:noFill/>
          </a:ln>
        </p:spPr>
      </p:pic>
      <p:pic>
        <p:nvPicPr>
          <p:cNvPr id="700" name="Google Shape;700;p63" title="GAIL.png"/>
          <p:cNvPicPr preferRelativeResize="0"/>
          <p:nvPr/>
        </p:nvPicPr>
        <p:blipFill rotWithShape="1">
          <a:blip r:embed="rId8">
            <a:alphaModFix/>
          </a:blip>
          <a:srcRect b="0" l="0" r="0" t="0"/>
          <a:stretch/>
        </p:blipFill>
        <p:spPr>
          <a:xfrm>
            <a:off x="288626" y="1075712"/>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
                                        </p:tgtEl>
                                        <p:attrNameLst>
                                          <p:attrName>style.visibility</p:attrName>
                                        </p:attrNameLst>
                                      </p:cBhvr>
                                      <p:to>
                                        <p:strVal val="visible"/>
                                      </p:to>
                                    </p:set>
                                    <p:animEffect filter="fade" transition="in">
                                      <p:cBhvr>
                                        <p:cTn dur="1000"/>
                                        <p:tgtEl>
                                          <p:spTgt spid="6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4" name="Shape 704"/>
        <p:cNvGrpSpPr/>
        <p:nvPr/>
      </p:nvGrpSpPr>
      <p:grpSpPr>
        <a:xfrm>
          <a:off x="0" y="0"/>
          <a:ext cx="0" cy="0"/>
          <a:chOff x="0" y="0"/>
          <a:chExt cx="0" cy="0"/>
        </a:xfrm>
      </p:grpSpPr>
      <p:cxnSp>
        <p:nvCxnSpPr>
          <p:cNvPr id="705" name="Google Shape;705;p64"/>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706" name="Google Shape;706;p64"/>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707" name="Google Shape;707;p64"/>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708" name="Google Shape;708;p64"/>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ENERGIZING THE</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ROADS WITH</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#HappyFuel</a:t>
            </a:r>
            <a:endParaRPr b="1" i="0" sz="2800" u="none" cap="none" strike="noStrike">
              <a:solidFill>
                <a:schemeClr val="dk1"/>
              </a:solidFill>
              <a:latin typeface="Inter"/>
              <a:ea typeface="Inter"/>
              <a:cs typeface="Inter"/>
              <a:sym typeface="Inter"/>
            </a:endParaRPr>
          </a:p>
        </p:txBody>
      </p:sp>
      <p:sp>
        <p:nvSpPr>
          <p:cNvPr id="709" name="Google Shape;709;p64"/>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710" name="Google Shape;710;p64"/>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11" name="Google Shape;711;p64"/>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12" name="Google Shape;712;p64"/>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13" name="Google Shape;713;p64"/>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714" name="Google Shape;714;p64"/>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715" name="Google Shape;715;p64"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716" name="Google Shape;716;p64"/>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717" name="Google Shape;717;p64"/>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718" name="Google Shape;718;p64"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Ever wondered who is your best partner on the #Roads? &#10;Find out as natural gas energizes the roads and makes your journey a ride to remember #HappyFuel" id="719" name="Google Shape;719;p64" title="CNG- Energizing the Roads with #HappyFuel">
            <a:hlinkClick r:id="rId6"/>
          </p:cNvPr>
          <p:cNvPicPr preferRelativeResize="0"/>
          <p:nvPr/>
        </p:nvPicPr>
        <p:blipFill rotWithShape="1">
          <a:blip r:embed="rId7">
            <a:alphaModFix/>
          </a:blip>
          <a:srcRect b="0" l="0" r="0" t="0"/>
          <a:stretch/>
        </p:blipFill>
        <p:spPr>
          <a:xfrm>
            <a:off x="3220525" y="1169063"/>
            <a:ext cx="5593300" cy="3050850"/>
          </a:xfrm>
          <a:prstGeom prst="rect">
            <a:avLst/>
          </a:prstGeom>
          <a:noFill/>
          <a:ln>
            <a:noFill/>
          </a:ln>
        </p:spPr>
      </p:pic>
      <p:pic>
        <p:nvPicPr>
          <p:cNvPr id="720" name="Google Shape;720;p64" title="GAIL.png"/>
          <p:cNvPicPr preferRelativeResize="0"/>
          <p:nvPr/>
        </p:nvPicPr>
        <p:blipFill rotWithShape="1">
          <a:blip r:embed="rId8">
            <a:alphaModFix/>
          </a:blip>
          <a:srcRect b="0" l="0" r="0" t="0"/>
          <a:stretch/>
        </p:blipFill>
        <p:spPr>
          <a:xfrm>
            <a:off x="283851" y="75128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gtEl>
                                        <p:attrNameLst>
                                          <p:attrName>style.visibility</p:attrName>
                                        </p:attrNameLst>
                                      </p:cBhvr>
                                      <p:to>
                                        <p:strVal val="visible"/>
                                      </p:to>
                                    </p:set>
                                    <p:animEffect filter="fade" transition="in">
                                      <p:cBhvr>
                                        <p:cTn dur="1000"/>
                                        <p:tgtEl>
                                          <p:spTgt spid="7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4" name="Shape 724"/>
        <p:cNvGrpSpPr/>
        <p:nvPr/>
      </p:nvGrpSpPr>
      <p:grpSpPr>
        <a:xfrm>
          <a:off x="0" y="0"/>
          <a:ext cx="0" cy="0"/>
          <a:chOff x="0" y="0"/>
          <a:chExt cx="0" cy="0"/>
        </a:xfrm>
      </p:grpSpPr>
      <p:cxnSp>
        <p:nvCxnSpPr>
          <p:cNvPr id="725" name="Google Shape;725;p65"/>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726" name="Google Shape;726;p65"/>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727" name="Google Shape;727;p65"/>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728" name="Google Shape;728;p65"/>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AAGE BADHO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WITH PIPED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NATURAL GAS</a:t>
            </a:r>
            <a:endParaRPr b="1" i="0" sz="2800" u="none" cap="none" strike="noStrike">
              <a:solidFill>
                <a:schemeClr val="dk1"/>
              </a:solidFill>
              <a:latin typeface="Inter"/>
              <a:ea typeface="Inter"/>
              <a:cs typeface="Inter"/>
              <a:sym typeface="Inter"/>
            </a:endParaRPr>
          </a:p>
        </p:txBody>
      </p:sp>
      <p:sp>
        <p:nvSpPr>
          <p:cNvPr id="729" name="Google Shape;729;p65"/>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730" name="Google Shape;730;p65"/>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31" name="Google Shape;731;p65"/>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32" name="Google Shape;732;p65"/>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33" name="Google Shape;733;p65"/>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734" name="Google Shape;734;p65"/>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735" name="Google Shape;735;p65"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736" name="Google Shape;736;p65"/>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737" name="Google Shape;737;p65"/>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738" name="Google Shape;738;p65"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Ever wondered who is your best partner in Kitchen?&#10;Find out as natural gas energizes your home #aagebadho" id="739" name="Google Shape;739;p65" title="Aage Badho with Piped Natural Gas">
            <a:hlinkClick r:id="rId6"/>
          </p:cNvPr>
          <p:cNvPicPr preferRelativeResize="0"/>
          <p:nvPr/>
        </p:nvPicPr>
        <p:blipFill rotWithShape="1">
          <a:blip r:embed="rId7">
            <a:alphaModFix/>
          </a:blip>
          <a:srcRect b="0" l="0" r="0" t="0"/>
          <a:stretch/>
        </p:blipFill>
        <p:spPr>
          <a:xfrm>
            <a:off x="3220525" y="1169063"/>
            <a:ext cx="5593300" cy="3050850"/>
          </a:xfrm>
          <a:prstGeom prst="rect">
            <a:avLst/>
          </a:prstGeom>
          <a:noFill/>
          <a:ln>
            <a:noFill/>
          </a:ln>
        </p:spPr>
      </p:pic>
      <p:pic>
        <p:nvPicPr>
          <p:cNvPr id="740" name="Google Shape;740;p65" title="GAIL.png"/>
          <p:cNvPicPr preferRelativeResize="0"/>
          <p:nvPr/>
        </p:nvPicPr>
        <p:blipFill rotWithShape="1">
          <a:blip r:embed="rId8">
            <a:alphaModFix/>
          </a:blip>
          <a:srcRect b="0" l="0" r="0" t="0"/>
          <a:stretch/>
        </p:blipFill>
        <p:spPr>
          <a:xfrm>
            <a:off x="283851" y="63078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1000"/>
                                        <p:tgtEl>
                                          <p:spTgt spid="7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4" name="Shape 744"/>
        <p:cNvGrpSpPr/>
        <p:nvPr/>
      </p:nvGrpSpPr>
      <p:grpSpPr>
        <a:xfrm>
          <a:off x="0" y="0"/>
          <a:ext cx="0" cy="0"/>
          <a:chOff x="0" y="0"/>
          <a:chExt cx="0" cy="0"/>
        </a:xfrm>
      </p:grpSpPr>
      <p:cxnSp>
        <p:nvCxnSpPr>
          <p:cNvPr id="745" name="Google Shape;745;p66"/>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746" name="Google Shape;746;p66"/>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747" name="Google Shape;747;p66"/>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748" name="Google Shape;748;p66"/>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AAGE BADHO</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GO AHEAD IN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LIFE</a:t>
            </a:r>
            <a:endParaRPr b="1" i="0" sz="2800" u="none" cap="none" strike="noStrike">
              <a:solidFill>
                <a:schemeClr val="dk1"/>
              </a:solidFill>
              <a:latin typeface="Inter"/>
              <a:ea typeface="Inter"/>
              <a:cs typeface="Inter"/>
              <a:sym typeface="Inter"/>
            </a:endParaRPr>
          </a:p>
        </p:txBody>
      </p:sp>
      <p:sp>
        <p:nvSpPr>
          <p:cNvPr id="749" name="Google Shape;749;p66"/>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750" name="Google Shape;750;p66"/>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51" name="Google Shape;751;p66"/>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52" name="Google Shape;752;p66"/>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53" name="Google Shape;753;p66"/>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754" name="Google Shape;754;p66"/>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755" name="Google Shape;755;p66"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756" name="Google Shape;756;p66"/>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757" name="Google Shape;757;p66"/>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758" name="Google Shape;758;p66"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It's time to move ahead and start touching lives and create a better future for everyone, GAIL India is committed to realising the dream of a beautiful tomorrow for everyone through its endeavours #Aagebadho" id="759" name="Google Shape;759;p66" title="Aage Badho- Go Ahead In LIfe">
            <a:hlinkClick r:id="rId6"/>
          </p:cNvPr>
          <p:cNvPicPr preferRelativeResize="0"/>
          <p:nvPr/>
        </p:nvPicPr>
        <p:blipFill rotWithShape="1">
          <a:blip r:embed="rId7">
            <a:alphaModFix/>
          </a:blip>
          <a:srcRect b="0" l="0" r="0" t="0"/>
          <a:stretch/>
        </p:blipFill>
        <p:spPr>
          <a:xfrm>
            <a:off x="3220525" y="1121388"/>
            <a:ext cx="5593300" cy="3146231"/>
          </a:xfrm>
          <a:prstGeom prst="rect">
            <a:avLst/>
          </a:prstGeom>
          <a:noFill/>
          <a:ln>
            <a:noFill/>
          </a:ln>
        </p:spPr>
      </p:pic>
      <p:pic>
        <p:nvPicPr>
          <p:cNvPr id="760" name="Google Shape;760;p66" title="GAIL.png"/>
          <p:cNvPicPr preferRelativeResize="0"/>
          <p:nvPr/>
        </p:nvPicPr>
        <p:blipFill rotWithShape="1">
          <a:blip r:embed="rId8">
            <a:alphaModFix/>
          </a:blip>
          <a:srcRect b="0" l="0" r="0" t="0"/>
          <a:stretch/>
        </p:blipFill>
        <p:spPr>
          <a:xfrm>
            <a:off x="283851" y="780312"/>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1000"/>
                                        <p:tgtEl>
                                          <p:spTgt spid="7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4" name="Shape 764"/>
        <p:cNvGrpSpPr/>
        <p:nvPr/>
      </p:nvGrpSpPr>
      <p:grpSpPr>
        <a:xfrm>
          <a:off x="0" y="0"/>
          <a:ext cx="0" cy="0"/>
          <a:chOff x="0" y="0"/>
          <a:chExt cx="0" cy="0"/>
        </a:xfrm>
      </p:grpSpPr>
      <p:cxnSp>
        <p:nvCxnSpPr>
          <p:cNvPr id="765" name="Google Shape;765;p67"/>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766" name="Google Shape;766;p67"/>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767" name="Google Shape;767;p67"/>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768" name="Google Shape;768;p67"/>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Inter"/>
                <a:ea typeface="Inter"/>
                <a:cs typeface="Inter"/>
                <a:sym typeface="Inter"/>
              </a:rPr>
              <a:t>CNBC AWAAZ</a:t>
            </a:r>
            <a:endParaRPr b="1" i="0" sz="2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Inter"/>
                <a:ea typeface="Inter"/>
                <a:cs typeface="Inter"/>
                <a:sym typeface="Inter"/>
              </a:rPr>
              <a:t>TALKS ABOUT THE HAWA BADLO ANTHEM </a:t>
            </a:r>
            <a:endParaRPr b="1" i="0" sz="2300" u="none" cap="none" strike="noStrike">
              <a:solidFill>
                <a:schemeClr val="dk1"/>
              </a:solidFill>
              <a:latin typeface="Inter"/>
              <a:ea typeface="Inter"/>
              <a:cs typeface="Inter"/>
              <a:sym typeface="Inter"/>
            </a:endParaRPr>
          </a:p>
        </p:txBody>
      </p:sp>
      <p:sp>
        <p:nvSpPr>
          <p:cNvPr id="769" name="Google Shape;769;p67"/>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770" name="Google Shape;770;p67"/>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71" name="Google Shape;771;p67"/>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72" name="Google Shape;772;p67"/>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73" name="Google Shape;773;p67"/>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774" name="Google Shape;774;p67"/>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775" name="Google Shape;775;p67"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776" name="Google Shape;776;p67"/>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777" name="Google Shape;777;p67"/>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778" name="Google Shape;778;p67"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aved Ali, Harshdeep Kaur and other team members speak to CNBC Awaaz about the Hawa Badlo Anthem and the movement's importance at present." id="779" name="Google Shape;779;p67" title="CNBC Awaaz talks about the Hawa Badlo Anthem">
            <a:hlinkClick r:id="rId6"/>
          </p:cNvPr>
          <p:cNvPicPr preferRelativeResize="0"/>
          <p:nvPr/>
        </p:nvPicPr>
        <p:blipFill rotWithShape="1">
          <a:blip r:embed="rId7">
            <a:alphaModFix/>
          </a:blip>
          <a:srcRect b="0" l="0" r="0" t="0"/>
          <a:stretch/>
        </p:blipFill>
        <p:spPr>
          <a:xfrm>
            <a:off x="3185700" y="1148663"/>
            <a:ext cx="5671250" cy="3190078"/>
          </a:xfrm>
          <a:prstGeom prst="rect">
            <a:avLst/>
          </a:prstGeom>
          <a:noFill/>
          <a:ln>
            <a:noFill/>
          </a:ln>
        </p:spPr>
      </p:pic>
      <p:pic>
        <p:nvPicPr>
          <p:cNvPr id="780" name="Google Shape;780;p67" title="GAIL.png"/>
          <p:cNvPicPr preferRelativeResize="0"/>
          <p:nvPr/>
        </p:nvPicPr>
        <p:blipFill rotWithShape="1">
          <a:blip r:embed="rId8">
            <a:alphaModFix/>
          </a:blip>
          <a:srcRect b="0" l="0" r="0" t="0"/>
          <a:stretch/>
        </p:blipFill>
        <p:spPr>
          <a:xfrm>
            <a:off x="283851" y="63078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9"/>
                                        </p:tgtEl>
                                        <p:attrNameLst>
                                          <p:attrName>style.visibility</p:attrName>
                                        </p:attrNameLst>
                                      </p:cBhvr>
                                      <p:to>
                                        <p:strVal val="visible"/>
                                      </p:to>
                                    </p:set>
                                    <p:animEffect filter="fade" transition="in">
                                      <p:cBhvr>
                                        <p:cTn dur="1000"/>
                                        <p:tgtEl>
                                          <p:spTgt spid="7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4" name="Shape 784"/>
        <p:cNvGrpSpPr/>
        <p:nvPr/>
      </p:nvGrpSpPr>
      <p:grpSpPr>
        <a:xfrm>
          <a:off x="0" y="0"/>
          <a:ext cx="0" cy="0"/>
          <a:chOff x="0" y="0"/>
          <a:chExt cx="0" cy="0"/>
        </a:xfrm>
      </p:grpSpPr>
      <p:cxnSp>
        <p:nvCxnSpPr>
          <p:cNvPr id="785" name="Google Shape;785;p68"/>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786" name="Google Shape;786;p68"/>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787" name="Google Shape;787;p68"/>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788" name="Google Shape;788;p68"/>
          <p:cNvSpPr txBox="1"/>
          <p:nvPr/>
        </p:nvSpPr>
        <p:spPr>
          <a:xfrm>
            <a:off x="283850" y="1519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ZEE NEWS </a:t>
            </a:r>
            <a:endParaRPr b="1" i="0" sz="2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COVERAGE</a:t>
            </a:r>
            <a:endParaRPr b="1" i="0" sz="2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DNA TEST ON POLLUTION </a:t>
            </a:r>
            <a:endParaRPr b="1" i="0" sz="2400" u="none" cap="none" strike="noStrike">
              <a:solidFill>
                <a:schemeClr val="dk1"/>
              </a:solidFill>
              <a:latin typeface="Inter"/>
              <a:ea typeface="Inter"/>
              <a:cs typeface="Inter"/>
              <a:sym typeface="Inter"/>
            </a:endParaRPr>
          </a:p>
        </p:txBody>
      </p:sp>
      <p:sp>
        <p:nvSpPr>
          <p:cNvPr id="789" name="Google Shape;789;p68"/>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790" name="Google Shape;790;p68"/>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91" name="Google Shape;791;p68"/>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92" name="Google Shape;792;p68"/>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793" name="Google Shape;793;p68"/>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794" name="Google Shape;794;p68"/>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795" name="Google Shape;795;p68"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796" name="Google Shape;796;p68"/>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797" name="Google Shape;797;p68"/>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798" name="Google Shape;798;p68"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Detailed News Analysis showcasing Hawa Badlo - Time Bomb Video, to represent what future will be like in year 2030, if we don't stop pollution today." id="799" name="Google Shape;799;p68" title="Zee News Coverage: DNA Test on Pollution">
            <a:hlinkClick r:id="rId6"/>
          </p:cNvPr>
          <p:cNvPicPr preferRelativeResize="0"/>
          <p:nvPr/>
        </p:nvPicPr>
        <p:blipFill rotWithShape="1">
          <a:blip r:embed="rId7">
            <a:alphaModFix/>
          </a:blip>
          <a:srcRect b="0" l="0" r="0" t="0"/>
          <a:stretch/>
        </p:blipFill>
        <p:spPr>
          <a:xfrm>
            <a:off x="3263650" y="1148675"/>
            <a:ext cx="5593200" cy="3146225"/>
          </a:xfrm>
          <a:prstGeom prst="rect">
            <a:avLst/>
          </a:prstGeom>
          <a:noFill/>
          <a:ln>
            <a:noFill/>
          </a:ln>
        </p:spPr>
      </p:pic>
      <p:pic>
        <p:nvPicPr>
          <p:cNvPr id="800" name="Google Shape;800;p68" title="GAIL.png"/>
          <p:cNvPicPr preferRelativeResize="0"/>
          <p:nvPr/>
        </p:nvPicPr>
        <p:blipFill rotWithShape="1">
          <a:blip r:embed="rId8">
            <a:alphaModFix/>
          </a:blip>
          <a:srcRect b="0" l="0" r="0" t="0"/>
          <a:stretch/>
        </p:blipFill>
        <p:spPr>
          <a:xfrm>
            <a:off x="283851" y="630787"/>
            <a:ext cx="1071847" cy="80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
                                        </p:tgtEl>
                                        <p:attrNameLst>
                                          <p:attrName>style.visibility</p:attrName>
                                        </p:attrNameLst>
                                      </p:cBhvr>
                                      <p:to>
                                        <p:strVal val="visible"/>
                                      </p:to>
                                    </p:set>
                                    <p:animEffect filter="fade" transition="in">
                                      <p:cBhvr>
                                        <p:cTn dur="1000"/>
                                        <p:tgtEl>
                                          <p:spTgt spid="7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4" name="Shape 804"/>
        <p:cNvGrpSpPr/>
        <p:nvPr/>
      </p:nvGrpSpPr>
      <p:grpSpPr>
        <a:xfrm>
          <a:off x="0" y="0"/>
          <a:ext cx="0" cy="0"/>
          <a:chOff x="0" y="0"/>
          <a:chExt cx="0" cy="0"/>
        </a:xfrm>
      </p:grpSpPr>
      <p:cxnSp>
        <p:nvCxnSpPr>
          <p:cNvPr id="805" name="Google Shape;805;p69"/>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806" name="Google Shape;806;p69"/>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807" name="Google Shape;807;p69"/>
          <p:cNvSpPr txBox="1"/>
          <p:nvPr>
            <p:ph idx="1" type="subTitle"/>
          </p:nvPr>
        </p:nvSpPr>
        <p:spPr>
          <a:xfrm>
            <a:off x="289625" y="2789725"/>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Hawa Badlo</a:t>
            </a:r>
            <a:r>
              <a:rPr lang="en" sz="1100">
                <a:solidFill>
                  <a:schemeClr val="dk1"/>
                </a:solidFill>
                <a:latin typeface="Arial"/>
                <a:ea typeface="Arial"/>
                <a:cs typeface="Arial"/>
                <a:sym typeface="Arial"/>
              </a:rPr>
              <a:t> campaign video titled </a:t>
            </a:r>
            <a:r>
              <a:rPr i="1" lang="en" sz="1100">
                <a:solidFill>
                  <a:schemeClr val="dk1"/>
                </a:solidFill>
                <a:latin typeface="Arial"/>
                <a:ea typeface="Arial"/>
                <a:cs typeface="Arial"/>
                <a:sym typeface="Arial"/>
              </a:rPr>
              <a:t>“Raavan Ko Roko”</a:t>
            </a:r>
            <a:r>
              <a:rPr lang="en" sz="1100">
                <a:solidFill>
                  <a:schemeClr val="dk1"/>
                </a:solidFill>
                <a:latin typeface="Arial"/>
                <a:ea typeface="Arial"/>
                <a:cs typeface="Arial"/>
                <a:sym typeface="Arial"/>
              </a:rPr>
              <a:t> focusing on environmental action and awareness, urging viewers to fight pollution and protect the planet</a:t>
            </a:r>
            <a:endParaRPr sz="1100">
              <a:solidFill>
                <a:schemeClr val="dk1"/>
              </a:solidFill>
              <a:latin typeface="Arial"/>
              <a:ea typeface="Arial"/>
              <a:cs typeface="Arial"/>
              <a:sym typeface="Arial"/>
            </a:endParaRPr>
          </a:p>
        </p:txBody>
      </p:sp>
      <p:sp>
        <p:nvSpPr>
          <p:cNvPr id="808" name="Google Shape;808;p69"/>
          <p:cNvSpPr txBox="1"/>
          <p:nvPr/>
        </p:nvSpPr>
        <p:spPr>
          <a:xfrm>
            <a:off x="293400" y="1176375"/>
            <a:ext cx="26568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BUMRAH KA</a:t>
            </a:r>
            <a:endParaRPr b="1" i="0" sz="3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GAME KISNE</a:t>
            </a:r>
            <a:endParaRPr b="1" i="0" sz="3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100"/>
              <a:buFont typeface="Arial"/>
              <a:buNone/>
            </a:pPr>
            <a:r>
              <a:rPr b="1" i="0" lang="en" sz="3100" u="none" cap="none" strike="noStrike">
                <a:solidFill>
                  <a:schemeClr val="dk1"/>
                </a:solidFill>
                <a:latin typeface="Inter"/>
                <a:ea typeface="Inter"/>
                <a:cs typeface="Inter"/>
                <a:sym typeface="Inter"/>
              </a:rPr>
              <a:t>BADLA?</a:t>
            </a:r>
            <a:endParaRPr b="1" i="0" sz="3100" u="none" cap="none" strike="noStrike">
              <a:solidFill>
                <a:schemeClr val="dk1"/>
              </a:solidFill>
              <a:latin typeface="Inter"/>
              <a:ea typeface="Inter"/>
              <a:cs typeface="Inter"/>
              <a:sym typeface="Inter"/>
            </a:endParaRPr>
          </a:p>
        </p:txBody>
      </p:sp>
      <p:sp>
        <p:nvSpPr>
          <p:cNvPr id="809" name="Google Shape;809;p69"/>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810" name="Google Shape;810;p69"/>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11" name="Google Shape;811;p69"/>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12" name="Google Shape;812;p69"/>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13" name="Google Shape;813;p69"/>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814" name="Google Shape;814;p69"/>
          <p:cNvCxnSpPr/>
          <p:nvPr/>
        </p:nvCxnSpPr>
        <p:spPr>
          <a:xfrm>
            <a:off x="288625" y="2704900"/>
            <a:ext cx="3173400" cy="900"/>
          </a:xfrm>
          <a:prstGeom prst="straightConnector1">
            <a:avLst/>
          </a:prstGeom>
          <a:noFill/>
          <a:ln cap="flat" cmpd="sng" w="9525">
            <a:solidFill>
              <a:schemeClr val="dk1"/>
            </a:solidFill>
            <a:prstDash val="solid"/>
            <a:round/>
            <a:headEnd len="sm" w="sm" type="none"/>
            <a:tailEnd len="sm" w="sm" type="none"/>
          </a:ln>
        </p:spPr>
      </p:cxnSp>
      <p:pic>
        <p:nvPicPr>
          <p:cNvPr id="815" name="Google Shape;815;p69"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816" name="Google Shape;816;p69"/>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817" name="Google Shape;817;p69"/>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818" name="Google Shape;818;p69"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Witness what happens when the evil meets it maker. Raavan is back from Lanka and this time for his ride." id="819" name="Google Shape;819;p69" title="Hawa Badlo : Raavan Ko Roko">
            <a:hlinkClick r:id="rId6"/>
          </p:cNvPr>
          <p:cNvPicPr preferRelativeResize="0"/>
          <p:nvPr/>
        </p:nvPicPr>
        <p:blipFill rotWithShape="1">
          <a:blip r:embed="rId7">
            <a:alphaModFix/>
          </a:blip>
          <a:srcRect b="0" l="0" r="0" t="0"/>
          <a:stretch/>
        </p:blipFill>
        <p:spPr>
          <a:xfrm>
            <a:off x="3221350" y="1308675"/>
            <a:ext cx="5599950" cy="2990375"/>
          </a:xfrm>
          <a:prstGeom prst="rect">
            <a:avLst/>
          </a:prstGeom>
          <a:noFill/>
          <a:ln>
            <a:noFill/>
          </a:ln>
        </p:spPr>
      </p:pic>
      <p:pic>
        <p:nvPicPr>
          <p:cNvPr descr="The wait is over!&#10;&#10;We’re thrilled to launch our brand-new TVC, featuring cricket superstar Jasprit Bumrah!&#10;&#10;Watch to uncover the story of the Strong support that shaped his game-changing delivery.&#10;&#10;Don’t miss out on this epic tale! 🎥👀&#10;&#10;#JKCement #JKSuperCement #GameBadalDe #jaspritbumrah  #GameChanger #CricketSuperstar #StrongSupport #EpicTVC #BuildStrong" id="820" name="Google Shape;820;p69" title="Bumrah ka game kisne badla? | #GameBadalDe">
            <a:hlinkClick r:id="rId8"/>
          </p:cNvPr>
          <p:cNvPicPr preferRelativeResize="0"/>
          <p:nvPr/>
        </p:nvPicPr>
        <p:blipFill rotWithShape="1">
          <a:blip r:embed="rId9">
            <a:alphaModFix/>
          </a:blip>
          <a:srcRect b="0" l="0" r="0" t="0"/>
          <a:stretch/>
        </p:blipFill>
        <p:spPr>
          <a:xfrm>
            <a:off x="3221350" y="1308675"/>
            <a:ext cx="5599950" cy="2971463"/>
          </a:xfrm>
          <a:prstGeom prst="rect">
            <a:avLst/>
          </a:prstGeom>
          <a:noFill/>
          <a:ln>
            <a:noFill/>
          </a:ln>
        </p:spPr>
      </p:pic>
      <p:pic>
        <p:nvPicPr>
          <p:cNvPr descr="JK Cement logo in transparent PNG and vectorized SVG formats" id="821" name="Google Shape;821;p69"/>
          <p:cNvPicPr preferRelativeResize="0"/>
          <p:nvPr/>
        </p:nvPicPr>
        <p:blipFill rotWithShape="1">
          <a:blip r:embed="rId10">
            <a:alphaModFix/>
          </a:blip>
          <a:srcRect b="0" l="0" r="0" t="0"/>
          <a:stretch/>
        </p:blipFill>
        <p:spPr>
          <a:xfrm>
            <a:off x="293400" y="649472"/>
            <a:ext cx="2168076" cy="4148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1000"/>
                                        <p:tgtEl>
                                          <p:spTgt spid="8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1000"/>
                                        <p:tgtEl>
                                          <p:spTgt spid="8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5" name="Shape 825"/>
        <p:cNvGrpSpPr/>
        <p:nvPr/>
      </p:nvGrpSpPr>
      <p:grpSpPr>
        <a:xfrm>
          <a:off x="0" y="0"/>
          <a:ext cx="0" cy="0"/>
          <a:chOff x="0" y="0"/>
          <a:chExt cx="0" cy="0"/>
        </a:xfrm>
      </p:grpSpPr>
      <p:cxnSp>
        <p:nvCxnSpPr>
          <p:cNvPr id="826" name="Google Shape;826;p70"/>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827" name="Google Shape;827;p70"/>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828" name="Google Shape;828;p70"/>
          <p:cNvSpPr txBox="1"/>
          <p:nvPr>
            <p:ph idx="1" type="subTitle"/>
          </p:nvPr>
        </p:nvSpPr>
        <p:spPr>
          <a:xfrm>
            <a:off x="283850" y="3017904"/>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Super Cement</a:t>
            </a:r>
            <a:r>
              <a:rPr lang="en" sz="1100">
                <a:solidFill>
                  <a:schemeClr val="dk1"/>
                </a:solidFill>
                <a:latin typeface="Arial"/>
                <a:ea typeface="Arial"/>
                <a:cs typeface="Arial"/>
                <a:sym typeface="Arial"/>
              </a:rPr>
              <a:t> advertisement titled </a:t>
            </a:r>
            <a:r>
              <a:rPr i="1" lang="en" sz="1100">
                <a:solidFill>
                  <a:schemeClr val="dk1"/>
                </a:solidFill>
                <a:latin typeface="Arial"/>
                <a:ea typeface="Arial"/>
                <a:cs typeface="Arial"/>
                <a:sym typeface="Arial"/>
              </a:rPr>
              <a:t>“Naam se toh kaee, Kaam se Ek hi No.1 | JK Super Cement | #YehPuccaHai”</a:t>
            </a:r>
            <a:r>
              <a:rPr lang="en" sz="1100">
                <a:solidFill>
                  <a:schemeClr val="dk1"/>
                </a:solidFill>
                <a:latin typeface="Arial"/>
                <a:ea typeface="Arial"/>
                <a:cs typeface="Arial"/>
                <a:sym typeface="Arial"/>
              </a:rPr>
              <a:t> showing a father and son on a mission to choose the best cement for building their home, highlighting the quality and trust of the brand.</a:t>
            </a:r>
            <a:endParaRPr sz="1100">
              <a:solidFill>
                <a:schemeClr val="dk1"/>
              </a:solidFill>
              <a:latin typeface="Arial"/>
              <a:ea typeface="Arial"/>
              <a:cs typeface="Arial"/>
              <a:sym typeface="Arial"/>
            </a:endParaRPr>
          </a:p>
        </p:txBody>
      </p:sp>
      <p:sp>
        <p:nvSpPr>
          <p:cNvPr id="829" name="Google Shape;829;p70"/>
          <p:cNvSpPr txBox="1"/>
          <p:nvPr/>
        </p:nvSpPr>
        <p:spPr>
          <a:xfrm>
            <a:off x="293400" y="1429357"/>
            <a:ext cx="26568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Inter"/>
                <a:ea typeface="Inter"/>
                <a:cs typeface="Inter"/>
                <a:sym typeface="Inter"/>
              </a:rPr>
              <a:t>NAAM SE TO KAEE, KAAM SE EK HI NO. 1</a:t>
            </a:r>
            <a:endParaRPr b="1" i="0" sz="3000" u="none" cap="none" strike="noStrike">
              <a:solidFill>
                <a:schemeClr val="dk1"/>
              </a:solidFill>
              <a:latin typeface="Inter"/>
              <a:ea typeface="Inter"/>
              <a:cs typeface="Inter"/>
              <a:sym typeface="Inter"/>
            </a:endParaRPr>
          </a:p>
        </p:txBody>
      </p:sp>
      <p:sp>
        <p:nvSpPr>
          <p:cNvPr id="830" name="Google Shape;830;p70"/>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831" name="Google Shape;831;p70"/>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32" name="Google Shape;832;p70"/>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33" name="Google Shape;833;p70"/>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34" name="Google Shape;834;p70"/>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835" name="Google Shape;835;p70"/>
          <p:cNvCxnSpPr/>
          <p:nvPr/>
        </p:nvCxnSpPr>
        <p:spPr>
          <a:xfrm>
            <a:off x="288625" y="2927769"/>
            <a:ext cx="3173400" cy="900"/>
          </a:xfrm>
          <a:prstGeom prst="straightConnector1">
            <a:avLst/>
          </a:prstGeom>
          <a:noFill/>
          <a:ln cap="flat" cmpd="sng" w="9525">
            <a:solidFill>
              <a:schemeClr val="dk1"/>
            </a:solidFill>
            <a:prstDash val="solid"/>
            <a:round/>
            <a:headEnd len="sm" w="sm" type="none"/>
            <a:tailEnd len="sm" w="sm" type="none"/>
          </a:ln>
        </p:spPr>
      </p:cxnSp>
      <p:pic>
        <p:nvPicPr>
          <p:cNvPr id="836" name="Google Shape;836;p70"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837" name="Google Shape;837;p70"/>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838" name="Google Shape;838;p70"/>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839" name="Google Shape;839;p70"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840" name="Google Shape;840;p70"/>
          <p:cNvPicPr preferRelativeResize="0"/>
          <p:nvPr/>
        </p:nvPicPr>
        <p:blipFill rotWithShape="1">
          <a:blip r:embed="rId6">
            <a:alphaModFix/>
          </a:blip>
          <a:srcRect b="0" l="0" r="0" t="0"/>
          <a:stretch/>
        </p:blipFill>
        <p:spPr>
          <a:xfrm>
            <a:off x="293400" y="662567"/>
            <a:ext cx="2168076" cy="414899"/>
          </a:xfrm>
          <a:prstGeom prst="rect">
            <a:avLst/>
          </a:prstGeom>
          <a:noFill/>
          <a:ln>
            <a:noFill/>
          </a:ln>
        </p:spPr>
      </p:pic>
      <p:pic>
        <p:nvPicPr>
          <p:cNvPr descr="Join the captivating story of a father and son who embark on a quest to find the best cement for their house construction, only to realize that JK Super Cement surpasses all others in workability and strength, backed by the legacy of 50 years and over 200 BIS approved quality tests and service.&#10;&#10;Experience the impressive durability and reliability of JK Super Cement, setting it apart from the competition. Hear the conversations between customers, dealers, and engineers at the store, highlighting the undeniable truth about JK Super Cement.&#10; &#10;&#10;JK Super Cement is the number one choice for unparalleled performance and unwavering quality. What’s more, you can connect with the JK Super Build Xpert expert insights and on-site technical assistance. In true sense, #KaamSeNumber1.&#10;&#10;Know more about JK Super Cement at: https://www.jkcement.com/grey-cement/&#10;&#10; &#10;&#10;#Cement #CementAd #JKCement #JKSuperCement #SuperCement #JKC #JKCementLtd #RushadRana #BharatBhatia #CementForConstruction" id="841" name="Google Shape;841;p70" title="Naam se toh kaee, Kaam se Ek hi No.1 | JK Super Cement | #YehPuccaHai">
            <a:hlinkClick r:id="rId7"/>
          </p:cNvPr>
          <p:cNvPicPr preferRelativeResize="0"/>
          <p:nvPr/>
        </p:nvPicPr>
        <p:blipFill rotWithShape="1">
          <a:blip r:embed="rId8">
            <a:alphaModFix/>
          </a:blip>
          <a:srcRect b="0" l="0" r="0" t="0"/>
          <a:stretch/>
        </p:blipFill>
        <p:spPr>
          <a:xfrm>
            <a:off x="3185700" y="1293000"/>
            <a:ext cx="5635600" cy="2990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
                                        </p:tgtEl>
                                        <p:attrNameLst>
                                          <p:attrName>style.visibility</p:attrName>
                                        </p:attrNameLst>
                                      </p:cBhvr>
                                      <p:to>
                                        <p:strVal val="visible"/>
                                      </p:to>
                                    </p:set>
                                    <p:animEffect filter="fade" transition="in">
                                      <p:cBhvr>
                                        <p:cTn dur="1000"/>
                                        <p:tgtEl>
                                          <p:spTgt spid="8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5" name="Shape 845"/>
        <p:cNvGrpSpPr/>
        <p:nvPr/>
      </p:nvGrpSpPr>
      <p:grpSpPr>
        <a:xfrm>
          <a:off x="0" y="0"/>
          <a:ext cx="0" cy="0"/>
          <a:chOff x="0" y="0"/>
          <a:chExt cx="0" cy="0"/>
        </a:xfrm>
      </p:grpSpPr>
      <p:cxnSp>
        <p:nvCxnSpPr>
          <p:cNvPr id="846" name="Google Shape;846;p71"/>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847" name="Google Shape;847;p71"/>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848" name="Google Shape;848;p71"/>
          <p:cNvSpPr txBox="1"/>
          <p:nvPr>
            <p:ph idx="1" type="subTitle"/>
          </p:nvPr>
        </p:nvSpPr>
        <p:spPr>
          <a:xfrm>
            <a:off x="229813" y="3014579"/>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849" name="Google Shape;849;p71"/>
          <p:cNvSpPr txBox="1"/>
          <p:nvPr/>
        </p:nvSpPr>
        <p:spPr>
          <a:xfrm>
            <a:off x="288625" y="1182819"/>
            <a:ext cx="26568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Inter"/>
                <a:ea typeface="Inter"/>
                <a:cs typeface="Inter"/>
                <a:sym typeface="Inter"/>
              </a:rPr>
              <a:t>FIKAR NOT!</a:t>
            </a:r>
            <a:endParaRPr b="1" i="0" sz="30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Inter"/>
                <a:ea typeface="Inter"/>
                <a:cs typeface="Inter"/>
                <a:sym typeface="Inter"/>
              </a:rPr>
              <a:t>MAXX HAI NA!</a:t>
            </a:r>
            <a:endParaRPr b="1" i="0" sz="3000" u="none" cap="none" strike="noStrike">
              <a:solidFill>
                <a:schemeClr val="dk1"/>
              </a:solidFill>
              <a:latin typeface="Inter"/>
              <a:ea typeface="Inter"/>
              <a:cs typeface="Inter"/>
              <a:sym typeface="Inter"/>
            </a:endParaRPr>
          </a:p>
        </p:txBody>
      </p:sp>
      <p:sp>
        <p:nvSpPr>
          <p:cNvPr id="850" name="Google Shape;850;p71"/>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851" name="Google Shape;851;p71"/>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52" name="Google Shape;852;p71"/>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53" name="Google Shape;853;p71"/>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54" name="Google Shape;854;p71"/>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855" name="Google Shape;855;p71"/>
          <p:cNvCxnSpPr/>
          <p:nvPr/>
        </p:nvCxnSpPr>
        <p:spPr>
          <a:xfrm>
            <a:off x="283850" y="2876819"/>
            <a:ext cx="3173400" cy="900"/>
          </a:xfrm>
          <a:prstGeom prst="straightConnector1">
            <a:avLst/>
          </a:prstGeom>
          <a:noFill/>
          <a:ln cap="flat" cmpd="sng" w="9525">
            <a:solidFill>
              <a:schemeClr val="dk1"/>
            </a:solidFill>
            <a:prstDash val="solid"/>
            <a:round/>
            <a:headEnd len="sm" w="sm" type="none"/>
            <a:tailEnd len="sm" w="sm" type="none"/>
          </a:ln>
        </p:spPr>
      </p:cxnSp>
      <p:pic>
        <p:nvPicPr>
          <p:cNvPr id="856" name="Google Shape;856;p71"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857" name="Google Shape;857;p71"/>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858" name="Google Shape;858;p71"/>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859" name="Google Shape;859;p71"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860" name="Google Shape;860;p71"/>
          <p:cNvPicPr preferRelativeResize="0"/>
          <p:nvPr/>
        </p:nvPicPr>
        <p:blipFill rotWithShape="1">
          <a:blip r:embed="rId6">
            <a:alphaModFix/>
          </a:blip>
          <a:srcRect b="0" l="0" r="0" t="0"/>
          <a:stretch/>
        </p:blipFill>
        <p:spPr>
          <a:xfrm>
            <a:off x="288625" y="655917"/>
            <a:ext cx="2168076" cy="414899"/>
          </a:xfrm>
          <a:prstGeom prst="rect">
            <a:avLst/>
          </a:prstGeom>
          <a:noFill/>
          <a:ln>
            <a:noFill/>
          </a:ln>
        </p:spPr>
      </p:pic>
      <p:pic>
        <p:nvPicPr>
          <p:cNvPr descr="Agar JK Cement TileMaxX ka saath hota, toh yeh na hota! JK White Cement's MaxX range of products is the one stop solution to all your building material needs!&#10;So, Fikar Not! MaxX hai na!!&#10;&#10;FIKAR NOT! #MaxXHaiNa&#10;.&#10;.&#10;#JKWhiteCement #WhiteCement #Cement #JKCementTileMaxX #MaxX #Grouts #Adhesives #TileMaxX #MaxX #Putty #Home #Interior #Tiles #Design #Diwali #HomeDecor #Walls #WallPutty #InteriorDesigns #Designs" id="861" name="Google Shape;861;p71" title="Fikar Not! MaxX Hai Na!">
            <a:hlinkClick r:id="rId7"/>
          </p:cNvPr>
          <p:cNvPicPr preferRelativeResize="0"/>
          <p:nvPr/>
        </p:nvPicPr>
        <p:blipFill rotWithShape="1">
          <a:blip r:embed="rId8">
            <a:alphaModFix/>
          </a:blip>
          <a:srcRect b="0" l="0" r="0" t="0"/>
          <a:stretch/>
        </p:blipFill>
        <p:spPr>
          <a:xfrm>
            <a:off x="3185700" y="1246925"/>
            <a:ext cx="5635600" cy="2990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1000"/>
                                        <p:tgtEl>
                                          <p:spTgt spid="8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5" name="Shape 865"/>
        <p:cNvGrpSpPr/>
        <p:nvPr/>
      </p:nvGrpSpPr>
      <p:grpSpPr>
        <a:xfrm>
          <a:off x="0" y="0"/>
          <a:ext cx="0" cy="0"/>
          <a:chOff x="0" y="0"/>
          <a:chExt cx="0" cy="0"/>
        </a:xfrm>
      </p:grpSpPr>
      <p:cxnSp>
        <p:nvCxnSpPr>
          <p:cNvPr id="866" name="Google Shape;866;p72"/>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867" name="Google Shape;867;p72"/>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868" name="Google Shape;868;p72"/>
          <p:cNvSpPr txBox="1"/>
          <p:nvPr>
            <p:ph idx="1" type="subTitle"/>
          </p:nvPr>
        </p:nvSpPr>
        <p:spPr>
          <a:xfrm>
            <a:off x="284850" y="2754242"/>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869" name="Google Shape;869;p72"/>
          <p:cNvSpPr txBox="1"/>
          <p:nvPr/>
        </p:nvSpPr>
        <p:spPr>
          <a:xfrm>
            <a:off x="288625" y="1727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JK CEMENT</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WALL MAXX</a:t>
            </a:r>
            <a:endParaRPr b="1" i="0" sz="2800" u="none" cap="none" strike="noStrike">
              <a:solidFill>
                <a:schemeClr val="dk1"/>
              </a:solidFill>
              <a:latin typeface="Inter"/>
              <a:ea typeface="Inter"/>
              <a:cs typeface="Inter"/>
              <a:sym typeface="Inter"/>
            </a:endParaRPr>
          </a:p>
        </p:txBody>
      </p:sp>
      <p:sp>
        <p:nvSpPr>
          <p:cNvPr id="870" name="Google Shape;870;p72"/>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871" name="Google Shape;871;p72"/>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72" name="Google Shape;872;p72"/>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73" name="Google Shape;873;p72"/>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74" name="Google Shape;874;p72"/>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875" name="Google Shape;875;p72"/>
          <p:cNvCxnSpPr/>
          <p:nvPr/>
        </p:nvCxnSpPr>
        <p:spPr>
          <a:xfrm>
            <a:off x="283850" y="2628494"/>
            <a:ext cx="3173400" cy="900"/>
          </a:xfrm>
          <a:prstGeom prst="straightConnector1">
            <a:avLst/>
          </a:prstGeom>
          <a:noFill/>
          <a:ln cap="flat" cmpd="sng" w="9525">
            <a:solidFill>
              <a:schemeClr val="dk1"/>
            </a:solidFill>
            <a:prstDash val="solid"/>
            <a:round/>
            <a:headEnd len="sm" w="sm" type="none"/>
            <a:tailEnd len="sm" w="sm" type="none"/>
          </a:ln>
        </p:spPr>
      </p:cxnSp>
      <p:pic>
        <p:nvPicPr>
          <p:cNvPr id="876" name="Google Shape;876;p72"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877" name="Google Shape;877;p72"/>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878" name="Google Shape;878;p72"/>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879" name="Google Shape;879;p72"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880" name="Google Shape;880;p72"/>
          <p:cNvPicPr preferRelativeResize="0"/>
          <p:nvPr/>
        </p:nvPicPr>
        <p:blipFill rotWithShape="1">
          <a:blip r:embed="rId6">
            <a:alphaModFix/>
          </a:blip>
          <a:srcRect b="0" l="0" r="0" t="0"/>
          <a:stretch/>
        </p:blipFill>
        <p:spPr>
          <a:xfrm>
            <a:off x="288625" y="1249742"/>
            <a:ext cx="2168076" cy="414899"/>
          </a:xfrm>
          <a:prstGeom prst="rect">
            <a:avLst/>
          </a:prstGeom>
          <a:noFill/>
          <a:ln>
            <a:noFill/>
          </a:ln>
        </p:spPr>
      </p:pic>
      <p:pic>
        <p:nvPicPr>
          <p:cNvPr descr="Dada, beautiful walls ka No.1 choice sirf ek hi hai. JKCement WallMaxX - India ki No.1 wall putty, Sundar deewaron ki guarantee!&#10;&#10;#JKCement #JKCWallMaxX #WallPutty #IndiasNo1 #BeautifulHomes #LongLastingBeauty #AsliPutty #SundarDeewaronKiGuarantee" id="881" name="Google Shape;881;p72" title="JKCement WallMaxX - India ki No.1 putty! Sundar deewaron ki guarantee!">
            <a:hlinkClick r:id="rId7"/>
          </p:cNvPr>
          <p:cNvPicPr preferRelativeResize="0"/>
          <p:nvPr/>
        </p:nvPicPr>
        <p:blipFill rotWithShape="1">
          <a:blip r:embed="rId8">
            <a:alphaModFix/>
          </a:blip>
          <a:srcRect b="0" l="0" r="0" t="0"/>
          <a:stretch/>
        </p:blipFill>
        <p:spPr>
          <a:xfrm>
            <a:off x="3158750" y="1236100"/>
            <a:ext cx="5662550" cy="3012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1000"/>
                                        <p:tgtEl>
                                          <p:spTgt spid="8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5" name="Shape 885"/>
        <p:cNvGrpSpPr/>
        <p:nvPr/>
      </p:nvGrpSpPr>
      <p:grpSpPr>
        <a:xfrm>
          <a:off x="0" y="0"/>
          <a:ext cx="0" cy="0"/>
          <a:chOff x="0" y="0"/>
          <a:chExt cx="0" cy="0"/>
        </a:xfrm>
      </p:grpSpPr>
      <p:cxnSp>
        <p:nvCxnSpPr>
          <p:cNvPr id="886" name="Google Shape;886;p73"/>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887" name="Google Shape;887;p73"/>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888" name="Google Shape;888;p73"/>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889" name="Google Shape;889;p73"/>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890" name="Google Shape;890;p73"/>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91" name="Google Shape;891;p73"/>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92" name="Google Shape;892;p73"/>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893" name="Google Shape;893;p73"/>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894" name="Google Shape;894;p73"/>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895" name="Google Shape;895;p73"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896" name="Google Shape;896;p73"/>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897" name="Google Shape;897;p73"/>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898" name="Google Shape;898;p73"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Ordinary Deewaron Ko Mile Extraordinary Beauty, only with&#10;JKCement WallMaxX - India ki no.1 putty | Sundar deewaron ki guarantee&#10;&#10;&#10;#JKCement #JKCWallMaxX #WallPutty #IndiasNo1 #BeautifulHomes #LongLastingBeauty #AsliPutty #SundarDeewaronKiGuarantee" id="899" name="Google Shape;899;p73" title="JKCement WallMaxX - India ki no.1 putty! Sundar deewaron ki guarantee!">
            <a:hlinkClick r:id="rId6"/>
          </p:cNvPr>
          <p:cNvPicPr preferRelativeResize="0"/>
          <p:nvPr/>
        </p:nvPicPr>
        <p:blipFill rotWithShape="1">
          <a:blip r:embed="rId7">
            <a:alphaModFix/>
          </a:blip>
          <a:srcRect b="0" l="0" r="0" t="0"/>
          <a:stretch/>
        </p:blipFill>
        <p:spPr>
          <a:xfrm>
            <a:off x="3158750" y="1188488"/>
            <a:ext cx="5662550" cy="3012025"/>
          </a:xfrm>
          <a:prstGeom prst="rect">
            <a:avLst/>
          </a:prstGeom>
          <a:noFill/>
          <a:ln>
            <a:noFill/>
          </a:ln>
        </p:spPr>
      </p:pic>
      <p:sp>
        <p:nvSpPr>
          <p:cNvPr id="900" name="Google Shape;900;p73"/>
          <p:cNvSpPr txBox="1"/>
          <p:nvPr/>
        </p:nvSpPr>
        <p:spPr>
          <a:xfrm>
            <a:off x="288625" y="1727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JK CEMENT</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WALL MAXX</a:t>
            </a:r>
            <a:endParaRPr b="1" i="0" sz="2800" u="none" cap="none" strike="noStrike">
              <a:solidFill>
                <a:schemeClr val="dk1"/>
              </a:solidFill>
              <a:latin typeface="Inter"/>
              <a:ea typeface="Inter"/>
              <a:cs typeface="Inter"/>
              <a:sym typeface="Inter"/>
            </a:endParaRPr>
          </a:p>
        </p:txBody>
      </p:sp>
      <p:pic>
        <p:nvPicPr>
          <p:cNvPr descr="JK Cement logo in transparent PNG and vectorized SVG formats" id="901" name="Google Shape;901;p73"/>
          <p:cNvPicPr preferRelativeResize="0"/>
          <p:nvPr/>
        </p:nvPicPr>
        <p:blipFill rotWithShape="1">
          <a:blip r:embed="rId8">
            <a:alphaModFix/>
          </a:blip>
          <a:srcRect b="0" l="0" r="0" t="0"/>
          <a:stretch/>
        </p:blipFill>
        <p:spPr>
          <a:xfrm>
            <a:off x="288625" y="1249742"/>
            <a:ext cx="2168076" cy="4148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9"/>
                                        </p:tgtEl>
                                        <p:attrNameLst>
                                          <p:attrName>style.visibility</p:attrName>
                                        </p:attrNameLst>
                                      </p:cBhvr>
                                      <p:to>
                                        <p:strVal val="visible"/>
                                      </p:to>
                                    </p:set>
                                    <p:animEffect filter="fade" transition="in">
                                      <p:cBhvr>
                                        <p:cTn dur="1000"/>
                                        <p:tgtEl>
                                          <p:spTgt spid="8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05" name="Shape 905"/>
        <p:cNvGrpSpPr/>
        <p:nvPr/>
      </p:nvGrpSpPr>
      <p:grpSpPr>
        <a:xfrm>
          <a:off x="0" y="0"/>
          <a:ext cx="0" cy="0"/>
          <a:chOff x="0" y="0"/>
          <a:chExt cx="0" cy="0"/>
        </a:xfrm>
      </p:grpSpPr>
      <p:cxnSp>
        <p:nvCxnSpPr>
          <p:cNvPr id="906" name="Google Shape;906;p74"/>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907" name="Google Shape;907;p74"/>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908" name="Google Shape;908;p74"/>
          <p:cNvSpPr txBox="1"/>
          <p:nvPr>
            <p:ph idx="1" type="subTitle"/>
          </p:nvPr>
        </p:nvSpPr>
        <p:spPr>
          <a:xfrm>
            <a:off x="289625" y="274756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909" name="Google Shape;909;p74"/>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910" name="Google Shape;910;p74"/>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11" name="Google Shape;911;p74"/>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12" name="Google Shape;912;p74"/>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13" name="Google Shape;913;p74"/>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914" name="Google Shape;914;p74"/>
          <p:cNvCxnSpPr/>
          <p:nvPr/>
        </p:nvCxnSpPr>
        <p:spPr>
          <a:xfrm>
            <a:off x="288625" y="2621819"/>
            <a:ext cx="3173400" cy="900"/>
          </a:xfrm>
          <a:prstGeom prst="straightConnector1">
            <a:avLst/>
          </a:prstGeom>
          <a:noFill/>
          <a:ln cap="flat" cmpd="sng" w="9525">
            <a:solidFill>
              <a:schemeClr val="dk1"/>
            </a:solidFill>
            <a:prstDash val="solid"/>
            <a:round/>
            <a:headEnd len="sm" w="sm" type="none"/>
            <a:tailEnd len="sm" w="sm" type="none"/>
          </a:ln>
        </p:spPr>
      </p:cxnSp>
      <p:pic>
        <p:nvPicPr>
          <p:cNvPr id="915" name="Google Shape;915;p74"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916" name="Google Shape;916;p74"/>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917" name="Google Shape;917;p74"/>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918" name="Google Shape;918;p74"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Naam ek, gunn anek... Yehi hai asal No.1 ki pehchaan. Jaise JKCement WallMaxX - India ki no.1 putty! Sundar deewaron ki guarantee!&#10;&#10;#JKCement #JKCWallMaxX #WallPutty #IndiasNo1 #BeautifulHomes #LongLastingBeauty #AsliPutty #SundarDeewaronKiGuarantee" id="919" name="Google Shape;919;p74" title="JKCement WallMaxX - India ki no.1 putty! Sundar deewaron ki guarantee!">
            <a:hlinkClick r:id="rId6"/>
          </p:cNvPr>
          <p:cNvPicPr preferRelativeResize="0"/>
          <p:nvPr/>
        </p:nvPicPr>
        <p:blipFill rotWithShape="1">
          <a:blip r:embed="rId7">
            <a:alphaModFix/>
          </a:blip>
          <a:srcRect b="0" l="0" r="0" t="0"/>
          <a:stretch/>
        </p:blipFill>
        <p:spPr>
          <a:xfrm>
            <a:off x="3158750" y="1188475"/>
            <a:ext cx="5662550" cy="3012025"/>
          </a:xfrm>
          <a:prstGeom prst="rect">
            <a:avLst/>
          </a:prstGeom>
          <a:noFill/>
          <a:ln>
            <a:noFill/>
          </a:ln>
        </p:spPr>
      </p:pic>
      <p:sp>
        <p:nvSpPr>
          <p:cNvPr id="920" name="Google Shape;920;p74"/>
          <p:cNvSpPr txBox="1"/>
          <p:nvPr/>
        </p:nvSpPr>
        <p:spPr>
          <a:xfrm>
            <a:off x="288625" y="1727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JK CEMENT</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WALL MAXX</a:t>
            </a:r>
            <a:endParaRPr b="1" i="0" sz="2800" u="none" cap="none" strike="noStrike">
              <a:solidFill>
                <a:schemeClr val="dk1"/>
              </a:solidFill>
              <a:latin typeface="Inter"/>
              <a:ea typeface="Inter"/>
              <a:cs typeface="Inter"/>
              <a:sym typeface="Inter"/>
            </a:endParaRPr>
          </a:p>
        </p:txBody>
      </p:sp>
      <p:pic>
        <p:nvPicPr>
          <p:cNvPr descr="JK Cement logo in transparent PNG and vectorized SVG formats" id="921" name="Google Shape;921;p74"/>
          <p:cNvPicPr preferRelativeResize="0"/>
          <p:nvPr/>
        </p:nvPicPr>
        <p:blipFill rotWithShape="1">
          <a:blip r:embed="rId8">
            <a:alphaModFix/>
          </a:blip>
          <a:srcRect b="0" l="0" r="0" t="0"/>
          <a:stretch/>
        </p:blipFill>
        <p:spPr>
          <a:xfrm>
            <a:off x="288625" y="1249742"/>
            <a:ext cx="2168076" cy="4148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9"/>
                                        </p:tgtEl>
                                        <p:attrNameLst>
                                          <p:attrName>style.visibility</p:attrName>
                                        </p:attrNameLst>
                                      </p:cBhvr>
                                      <p:to>
                                        <p:strVal val="visible"/>
                                      </p:to>
                                    </p:set>
                                    <p:animEffect filter="fade" transition="in">
                                      <p:cBhvr>
                                        <p:cTn dur="1000"/>
                                        <p:tgtEl>
                                          <p:spTgt spid="9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5" name="Shape 925"/>
        <p:cNvGrpSpPr/>
        <p:nvPr/>
      </p:nvGrpSpPr>
      <p:grpSpPr>
        <a:xfrm>
          <a:off x="0" y="0"/>
          <a:ext cx="0" cy="0"/>
          <a:chOff x="0" y="0"/>
          <a:chExt cx="0" cy="0"/>
        </a:xfrm>
      </p:grpSpPr>
      <p:cxnSp>
        <p:nvCxnSpPr>
          <p:cNvPr id="926" name="Google Shape;926;p75"/>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927" name="Google Shape;927;p75"/>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928" name="Google Shape;928;p75"/>
          <p:cNvSpPr txBox="1"/>
          <p:nvPr>
            <p:ph idx="1" type="subTitle"/>
          </p:nvPr>
        </p:nvSpPr>
        <p:spPr>
          <a:xfrm>
            <a:off x="284850" y="27409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929" name="Google Shape;929;p75"/>
          <p:cNvSpPr txBox="1"/>
          <p:nvPr/>
        </p:nvSpPr>
        <p:spPr>
          <a:xfrm>
            <a:off x="288625" y="1651238"/>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100"/>
              <a:buFont typeface="Arial"/>
              <a:buNone/>
            </a:pPr>
            <a:r>
              <a:rPr b="1" i="0" lang="en" sz="2800" u="none" cap="none" strike="noStrike">
                <a:solidFill>
                  <a:schemeClr val="dk1"/>
                </a:solidFill>
                <a:latin typeface="Inter"/>
                <a:ea typeface="Inter"/>
                <a:cs typeface="Inter"/>
                <a:sym typeface="Inter"/>
              </a:rPr>
              <a:t>JK CEMENT</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lt1"/>
              </a:buClr>
              <a:buSzPts val="1100"/>
              <a:buFont typeface="Arial"/>
              <a:buNone/>
            </a:pPr>
            <a:r>
              <a:rPr b="1" i="0" lang="en" sz="2800" u="none" cap="none" strike="noStrike">
                <a:solidFill>
                  <a:schemeClr val="dk1"/>
                </a:solidFill>
                <a:latin typeface="Inter"/>
                <a:ea typeface="Inter"/>
                <a:cs typeface="Inter"/>
                <a:sym typeface="Inter"/>
              </a:rPr>
              <a:t>WALL MAXX</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Inter"/>
              <a:ea typeface="Inter"/>
              <a:cs typeface="Inter"/>
              <a:sym typeface="Inter"/>
            </a:endParaRPr>
          </a:p>
        </p:txBody>
      </p:sp>
      <p:sp>
        <p:nvSpPr>
          <p:cNvPr id="930" name="Google Shape;930;p75"/>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931" name="Google Shape;931;p75"/>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32" name="Google Shape;932;p75"/>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33" name="Google Shape;933;p75"/>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34" name="Google Shape;934;p75"/>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935" name="Google Shape;935;p75"/>
          <p:cNvCxnSpPr/>
          <p:nvPr/>
        </p:nvCxnSpPr>
        <p:spPr>
          <a:xfrm>
            <a:off x="283850" y="2615169"/>
            <a:ext cx="3173400" cy="900"/>
          </a:xfrm>
          <a:prstGeom prst="straightConnector1">
            <a:avLst/>
          </a:prstGeom>
          <a:noFill/>
          <a:ln cap="flat" cmpd="sng" w="9525">
            <a:solidFill>
              <a:schemeClr val="dk1"/>
            </a:solidFill>
            <a:prstDash val="solid"/>
            <a:round/>
            <a:headEnd len="sm" w="sm" type="none"/>
            <a:tailEnd len="sm" w="sm" type="none"/>
          </a:ln>
        </p:spPr>
      </p:cxnSp>
      <p:pic>
        <p:nvPicPr>
          <p:cNvPr id="936" name="Google Shape;936;p75"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937" name="Google Shape;937;p75"/>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938" name="Google Shape;938;p75"/>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939" name="Google Shape;939;p75"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940" name="Google Shape;940;p75"/>
          <p:cNvPicPr preferRelativeResize="0"/>
          <p:nvPr/>
        </p:nvPicPr>
        <p:blipFill rotWithShape="1">
          <a:blip r:embed="rId6">
            <a:alphaModFix/>
          </a:blip>
          <a:srcRect b="0" l="0" r="0" t="0"/>
          <a:stretch/>
        </p:blipFill>
        <p:spPr>
          <a:xfrm>
            <a:off x="288625" y="1115417"/>
            <a:ext cx="2168076" cy="414899"/>
          </a:xfrm>
          <a:prstGeom prst="rect">
            <a:avLst/>
          </a:prstGeom>
          <a:noFill/>
          <a:ln>
            <a:noFill/>
          </a:ln>
        </p:spPr>
      </p:pic>
      <p:pic>
        <p:nvPicPr>
          <p:cNvPr descr="Aise no.1 par vishwas kariye jo sach mein aapki life ko beautiful banaye. Jaise JKCement WallMaxX - India ki no.1 putty! Sundar deewaron ki guarantee! &#10;&#10;#JKCement #JKCWallMaxX #WallPutty #IndiasNo1 #BeautifulHomes #LongLastingBeauty #AsliPutty #SundarDeewaronKiGuarantee" id="941" name="Google Shape;941;p75" title="JKCement WallMaxX - India ki no.1 putty! Sundar deewaron ki guarantee!">
            <a:hlinkClick r:id="rId7"/>
          </p:cNvPr>
          <p:cNvPicPr preferRelativeResize="0"/>
          <p:nvPr/>
        </p:nvPicPr>
        <p:blipFill rotWithShape="1">
          <a:blip r:embed="rId8">
            <a:alphaModFix/>
          </a:blip>
          <a:srcRect b="0" l="0" r="0" t="0"/>
          <a:stretch/>
        </p:blipFill>
        <p:spPr>
          <a:xfrm>
            <a:off x="3185700" y="1115425"/>
            <a:ext cx="5635600" cy="30416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
                                        </p:tgtEl>
                                        <p:attrNameLst>
                                          <p:attrName>style.visibility</p:attrName>
                                        </p:attrNameLst>
                                      </p:cBhvr>
                                      <p:to>
                                        <p:strVal val="visible"/>
                                      </p:to>
                                    </p:set>
                                    <p:animEffect filter="fade" transition="in">
                                      <p:cBhvr>
                                        <p:cTn dur="1000"/>
                                        <p:tgtEl>
                                          <p:spTgt spid="9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5" name="Shape 945"/>
        <p:cNvGrpSpPr/>
        <p:nvPr/>
      </p:nvGrpSpPr>
      <p:grpSpPr>
        <a:xfrm>
          <a:off x="0" y="0"/>
          <a:ext cx="0" cy="0"/>
          <a:chOff x="0" y="0"/>
          <a:chExt cx="0" cy="0"/>
        </a:xfrm>
      </p:grpSpPr>
      <p:cxnSp>
        <p:nvCxnSpPr>
          <p:cNvPr id="946" name="Google Shape;946;p76"/>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947" name="Google Shape;947;p76"/>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948" name="Google Shape;948;p76"/>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949" name="Google Shape;949;p76"/>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JKSUPER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PODCAST</a:t>
            </a:r>
            <a:endParaRPr b="1" i="0" sz="2800" u="none" cap="none" strike="noStrike">
              <a:solidFill>
                <a:schemeClr val="dk1"/>
              </a:solidFill>
              <a:latin typeface="Inter"/>
              <a:ea typeface="Inter"/>
              <a:cs typeface="Inter"/>
              <a:sym typeface="Inter"/>
            </a:endParaRPr>
          </a:p>
        </p:txBody>
      </p:sp>
      <p:sp>
        <p:nvSpPr>
          <p:cNvPr id="950" name="Google Shape;950;p76"/>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951" name="Google Shape;951;p76"/>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52" name="Google Shape;952;p76"/>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53" name="Google Shape;953;p76"/>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54" name="Google Shape;954;p76"/>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955" name="Google Shape;955;p76"/>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956" name="Google Shape;956;p76"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957" name="Google Shape;957;p76"/>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958" name="Google Shape;958;p76"/>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959" name="Google Shape;959;p76"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960" name="Google Shape;960;p76"/>
          <p:cNvPicPr preferRelativeResize="0"/>
          <p:nvPr/>
        </p:nvPicPr>
        <p:blipFill rotWithShape="1">
          <a:blip r:embed="rId6">
            <a:alphaModFix/>
          </a:blip>
          <a:srcRect b="0" l="0" r="0" t="0"/>
          <a:stretch/>
        </p:blipFill>
        <p:spPr>
          <a:xfrm>
            <a:off x="288625" y="1128342"/>
            <a:ext cx="2168076" cy="414899"/>
          </a:xfrm>
          <a:prstGeom prst="rect">
            <a:avLst/>
          </a:prstGeom>
          <a:noFill/>
          <a:ln>
            <a:noFill/>
          </a:ln>
        </p:spPr>
      </p:pic>
      <p:pic>
        <p:nvPicPr>
          <p:cNvPr descr="Welcome to the debut of the JK Super Podcast! In this episode, we delve into the incredible world of infrastructure development with Mr. Anurag Sachan, Retired Chief Administrative Officer of USBRL. Join us as we explore the awe-inspiring Chenab Rail Bridge, a symbol of India's engineering marvels. Get ready to be inspired as we discuss the challenges, innovations, and remarkable achievements behind this exemplary project. Subscribe now and join us for an exciting conversation that honors both the project and our esteemed guest!&#10;&#10;This podcast is brought to you by JK Cement Ltd. To Build Safe homes, talk to our BuildXpert at - https://www.jkcement.com/grey-cement/&#10;&#10;00:00 JK Super Podcast Starts&#10;01:04 Introducing Mr. Anurag Sachan, USBRL &amp; Chenab Bridge&#10;07:00 Arriving at the Chenab Bridge construction site &#10;09:00 Geography of the construction site&#10;10:01 Challenges that make Chenab Bridge an engineering marvel&#10;13:02 Social impact of the bridge&#10;13:47 Making an earthquake proof bridge&#10;18:47 Constructing at a high altitude and generating local employment&#10;20:17 JK Super Achiever Moment: The Iconic Arch&#10;22:31 Security and safety measures undertaken &#10;26:52 Purpose and uses of the Chenab Bridge&#10;29:40 Experts behind the scenes and the boost in R&amp;D&#10;31:42 How can aspiring engineers work on such mega projects&#10;33:11 Protocols for bad weather and the golden joint of the bridge&#10;33:57 The Golden Joint: Finishing the arch&#10;35:02 Current and future prospects of infrastructure in India&#10;36:30 Manpower that made the bridge possible&#10;37: 39 Thanking the guest signing off&#10;&#10;&#10;#podcast #jksuperpodcast #anuragsachan #chenabrailbridge #jksuper #yehpuccahai #buildsafe #usbrlproject #chenabbridge #goldenarchbridge #indianrailways #megaprojects #indiasmegaprojects" id="961" name="Google Shape;961;p76" title="JK Super Podcast | Episode 1 | The Chenab Bridge Odyssey | Mr. Anurag Sachan">
            <a:hlinkClick r:id="rId7"/>
          </p:cNvPr>
          <p:cNvPicPr preferRelativeResize="0"/>
          <p:nvPr/>
        </p:nvPicPr>
        <p:blipFill rotWithShape="1">
          <a:blip r:embed="rId8">
            <a:alphaModFix/>
          </a:blip>
          <a:srcRect b="0" l="0" r="0" t="0"/>
          <a:stretch/>
        </p:blipFill>
        <p:spPr>
          <a:xfrm>
            <a:off x="3185700" y="1173650"/>
            <a:ext cx="5635600" cy="3041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1000"/>
                                        <p:tgtEl>
                                          <p:spTgt spid="9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5" name="Shape 965"/>
        <p:cNvGrpSpPr/>
        <p:nvPr/>
      </p:nvGrpSpPr>
      <p:grpSpPr>
        <a:xfrm>
          <a:off x="0" y="0"/>
          <a:ext cx="0" cy="0"/>
          <a:chOff x="0" y="0"/>
          <a:chExt cx="0" cy="0"/>
        </a:xfrm>
      </p:grpSpPr>
      <p:cxnSp>
        <p:nvCxnSpPr>
          <p:cNvPr id="966" name="Google Shape;966;p77"/>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967" name="Google Shape;967;p77"/>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968" name="Google Shape;968;p77"/>
          <p:cNvSpPr txBox="1"/>
          <p:nvPr>
            <p:ph idx="1" type="subTitle"/>
          </p:nvPr>
        </p:nvSpPr>
        <p:spPr>
          <a:xfrm>
            <a:off x="284850" y="2740942"/>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969" name="Google Shape;969;p77"/>
          <p:cNvSpPr txBox="1"/>
          <p:nvPr/>
        </p:nvSpPr>
        <p:spPr>
          <a:xfrm>
            <a:off x="283850" y="20010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#XpertKiSuno</a:t>
            </a:r>
            <a:endParaRPr b="1" i="0" sz="2800" u="none" cap="none" strike="noStrike">
              <a:solidFill>
                <a:schemeClr val="dk1"/>
              </a:solidFill>
              <a:latin typeface="Inter"/>
              <a:ea typeface="Inter"/>
              <a:cs typeface="Inter"/>
              <a:sym typeface="Inter"/>
            </a:endParaRPr>
          </a:p>
        </p:txBody>
      </p:sp>
      <p:sp>
        <p:nvSpPr>
          <p:cNvPr id="970" name="Google Shape;970;p77"/>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971" name="Google Shape;971;p77"/>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72" name="Google Shape;972;p77"/>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73" name="Google Shape;973;p77"/>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74" name="Google Shape;974;p77"/>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975" name="Google Shape;975;p77"/>
          <p:cNvCxnSpPr/>
          <p:nvPr/>
        </p:nvCxnSpPr>
        <p:spPr>
          <a:xfrm>
            <a:off x="283850" y="2615194"/>
            <a:ext cx="3173400" cy="900"/>
          </a:xfrm>
          <a:prstGeom prst="straightConnector1">
            <a:avLst/>
          </a:prstGeom>
          <a:noFill/>
          <a:ln cap="flat" cmpd="sng" w="9525">
            <a:solidFill>
              <a:schemeClr val="dk1"/>
            </a:solidFill>
            <a:prstDash val="solid"/>
            <a:round/>
            <a:headEnd len="sm" w="sm" type="none"/>
            <a:tailEnd len="sm" w="sm" type="none"/>
          </a:ln>
        </p:spPr>
      </p:cxnSp>
      <p:pic>
        <p:nvPicPr>
          <p:cNvPr id="976" name="Google Shape;976;p77"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977" name="Google Shape;977;p77"/>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978" name="Google Shape;978;p77"/>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979" name="Google Shape;979;p77"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980" name="Google Shape;980;p77"/>
          <p:cNvPicPr preferRelativeResize="0"/>
          <p:nvPr/>
        </p:nvPicPr>
        <p:blipFill rotWithShape="1">
          <a:blip r:embed="rId6">
            <a:alphaModFix/>
          </a:blip>
          <a:srcRect b="0" l="0" r="0" t="0"/>
          <a:stretch/>
        </p:blipFill>
        <p:spPr>
          <a:xfrm>
            <a:off x="288625" y="1461292"/>
            <a:ext cx="2168076" cy="414899"/>
          </a:xfrm>
          <a:prstGeom prst="rect">
            <a:avLst/>
          </a:prstGeom>
          <a:noFill/>
          <a:ln>
            <a:noFill/>
          </a:ln>
        </p:spPr>
      </p:pic>
      <p:pic>
        <p:nvPicPr>
          <p:cNvPr descr="Material Selection: How to Choose the Right Cement?&#10;&#10;Hold on! Are you choosing cement just by brand name or price?&#10;&#10;‘Xpert Ki Suno’ and always select cement based on your construction needs,&#10;&#10;whether it’s foundation, slab, or plaster.&#10;&#10;The right grade and type of cement ensure your home stays strong, durable, and crack-free for years.&#10;&#10;Stay tuned to #XpertKiSuno for the Next Topic: How to identify the quality of sand, aggregates, and bricks?&#10;&#10;#JKCement #JKSuperCement #BuildStrong #GameBadalDe #Foundation" id="981" name="Google Shape;981;p77" title="EP 04 | Material Selection : Sahi Cement Kaise Chunein ? #XpertKiSuno">
            <a:hlinkClick r:id="rId7"/>
          </p:cNvPr>
          <p:cNvPicPr preferRelativeResize="0"/>
          <p:nvPr/>
        </p:nvPicPr>
        <p:blipFill rotWithShape="1">
          <a:blip r:embed="rId8">
            <a:alphaModFix/>
          </a:blip>
          <a:srcRect b="0" l="0" r="0" t="0"/>
          <a:stretch/>
        </p:blipFill>
        <p:spPr>
          <a:xfrm>
            <a:off x="3185700" y="1173650"/>
            <a:ext cx="5635600" cy="3041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1"/>
                                        </p:tgtEl>
                                        <p:attrNameLst>
                                          <p:attrName>style.visibility</p:attrName>
                                        </p:attrNameLst>
                                      </p:cBhvr>
                                      <p:to>
                                        <p:strVal val="visible"/>
                                      </p:to>
                                    </p:set>
                                    <p:animEffect filter="fade" transition="in">
                                      <p:cBhvr>
                                        <p:cTn dur="1000"/>
                                        <p:tgtEl>
                                          <p:spTgt spid="9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5" name="Shape 985"/>
        <p:cNvGrpSpPr/>
        <p:nvPr/>
      </p:nvGrpSpPr>
      <p:grpSpPr>
        <a:xfrm>
          <a:off x="0" y="0"/>
          <a:ext cx="0" cy="0"/>
          <a:chOff x="0" y="0"/>
          <a:chExt cx="0" cy="0"/>
        </a:xfrm>
      </p:grpSpPr>
      <p:cxnSp>
        <p:nvCxnSpPr>
          <p:cNvPr id="986" name="Google Shape;986;p78"/>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987" name="Google Shape;987;p78"/>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988" name="Google Shape;988;p78"/>
          <p:cNvSpPr txBox="1"/>
          <p:nvPr>
            <p:ph idx="1" type="subTitle"/>
          </p:nvPr>
        </p:nvSpPr>
        <p:spPr>
          <a:xfrm>
            <a:off x="284850" y="28407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989" name="Google Shape;989;p78"/>
          <p:cNvSpPr txBox="1"/>
          <p:nvPr/>
        </p:nvSpPr>
        <p:spPr>
          <a:xfrm>
            <a:off x="288625" y="184120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SUPER</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SHAYARI</a:t>
            </a:r>
            <a:endParaRPr b="1" i="0" sz="2800" u="none" cap="none" strike="noStrike">
              <a:solidFill>
                <a:schemeClr val="dk1"/>
              </a:solidFill>
              <a:latin typeface="Inter"/>
              <a:ea typeface="Inter"/>
              <a:cs typeface="Inter"/>
              <a:sym typeface="Inter"/>
            </a:endParaRPr>
          </a:p>
        </p:txBody>
      </p:sp>
      <p:sp>
        <p:nvSpPr>
          <p:cNvPr id="990" name="Google Shape;990;p78"/>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991" name="Google Shape;991;p78"/>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92" name="Google Shape;992;p78"/>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93" name="Google Shape;993;p78"/>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994" name="Google Shape;994;p78"/>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995" name="Google Shape;995;p78"/>
          <p:cNvCxnSpPr/>
          <p:nvPr/>
        </p:nvCxnSpPr>
        <p:spPr>
          <a:xfrm>
            <a:off x="283850" y="2714969"/>
            <a:ext cx="3173400" cy="900"/>
          </a:xfrm>
          <a:prstGeom prst="straightConnector1">
            <a:avLst/>
          </a:prstGeom>
          <a:noFill/>
          <a:ln cap="flat" cmpd="sng" w="9525">
            <a:solidFill>
              <a:schemeClr val="dk1"/>
            </a:solidFill>
            <a:prstDash val="solid"/>
            <a:round/>
            <a:headEnd len="sm" w="sm" type="none"/>
            <a:tailEnd len="sm" w="sm" type="none"/>
          </a:ln>
        </p:spPr>
      </p:cxnSp>
      <p:pic>
        <p:nvPicPr>
          <p:cNvPr id="996" name="Google Shape;996;p78"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997" name="Google Shape;997;p78"/>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998" name="Google Shape;998;p78"/>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999" name="Google Shape;999;p78"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000" name="Google Shape;1000;p78"/>
          <p:cNvPicPr preferRelativeResize="0"/>
          <p:nvPr/>
        </p:nvPicPr>
        <p:blipFill rotWithShape="1">
          <a:blip r:embed="rId6">
            <a:alphaModFix/>
          </a:blip>
          <a:srcRect b="0" l="0" r="0" t="0"/>
          <a:stretch/>
        </p:blipFill>
        <p:spPr>
          <a:xfrm>
            <a:off x="288625" y="1360142"/>
            <a:ext cx="2168076" cy="414899"/>
          </a:xfrm>
          <a:prstGeom prst="rect">
            <a:avLst/>
          </a:prstGeom>
          <a:noFill/>
          <a:ln>
            <a:noFill/>
          </a:ln>
        </p:spPr>
      </p:pic>
      <p:pic>
        <p:nvPicPr>
          <p:cNvPr descr="Padosiyon ke comments lekar aaye hain, &#10;Super Shayar, mere yaar!&#10;&#10;Suniye 👂, sunaiye 🗣️ aur share kijiye 🔁&#10;#SuperShayari mazedaar! 🎤&#10;&#10;See you again next Shaniwar! 🫶&#10;&#10;#JKCement #JKSuperCement #SuperShayari #BuildStrong #GameBadalDe" id="1001" name="Google Shape;1001;p78" title="Super Shayari | Ep.6">
            <a:hlinkClick r:id="rId7"/>
          </p:cNvPr>
          <p:cNvPicPr preferRelativeResize="0"/>
          <p:nvPr/>
        </p:nvPicPr>
        <p:blipFill rotWithShape="1">
          <a:blip r:embed="rId8">
            <a:alphaModFix/>
          </a:blip>
          <a:srcRect b="0" l="0" r="0" t="0"/>
          <a:stretch/>
        </p:blipFill>
        <p:spPr>
          <a:xfrm>
            <a:off x="3185700" y="1164738"/>
            <a:ext cx="5635600" cy="30595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1"/>
                                        </p:tgtEl>
                                        <p:attrNameLst>
                                          <p:attrName>style.visibility</p:attrName>
                                        </p:attrNameLst>
                                      </p:cBhvr>
                                      <p:to>
                                        <p:strVal val="visible"/>
                                      </p:to>
                                    </p:set>
                                    <p:animEffect filter="fade" transition="in">
                                      <p:cBhvr>
                                        <p:cTn dur="1000"/>
                                        <p:tgtEl>
                                          <p:spTgt spid="10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5" name="Shape 1005"/>
        <p:cNvGrpSpPr/>
        <p:nvPr/>
      </p:nvGrpSpPr>
      <p:grpSpPr>
        <a:xfrm>
          <a:off x="0" y="0"/>
          <a:ext cx="0" cy="0"/>
          <a:chOff x="0" y="0"/>
          <a:chExt cx="0" cy="0"/>
        </a:xfrm>
      </p:grpSpPr>
      <p:cxnSp>
        <p:nvCxnSpPr>
          <p:cNvPr id="1006" name="Google Shape;1006;p79"/>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007" name="Google Shape;1007;p79"/>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008" name="Google Shape;1008;p79"/>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009" name="Google Shape;1009;p79"/>
          <p:cNvSpPr txBox="1"/>
          <p:nvPr/>
        </p:nvSpPr>
        <p:spPr>
          <a:xfrm>
            <a:off x="288625" y="2086225"/>
            <a:ext cx="2226600" cy="110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#HumSeHaiSuraksha</a:t>
            </a:r>
            <a:endParaRPr b="1" i="0" sz="2800" u="none" cap="none" strike="noStrike">
              <a:solidFill>
                <a:schemeClr val="dk1"/>
              </a:solidFill>
              <a:latin typeface="Inter"/>
              <a:ea typeface="Inter"/>
              <a:cs typeface="Inter"/>
              <a:sym typeface="Inter"/>
            </a:endParaRPr>
          </a:p>
        </p:txBody>
      </p:sp>
      <p:sp>
        <p:nvSpPr>
          <p:cNvPr id="1010" name="Google Shape;1010;p79"/>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011" name="Google Shape;1011;p79"/>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12" name="Google Shape;1012;p79"/>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13" name="Google Shape;1013;p79"/>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14" name="Google Shape;1014;p79"/>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015" name="Google Shape;1015;p79"/>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016" name="Google Shape;1016;p79"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017" name="Google Shape;1017;p79"/>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018" name="Google Shape;1018;p79"/>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019" name="Google Shape;1019;p79"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020" name="Google Shape;1020;p79"/>
          <p:cNvPicPr preferRelativeResize="0"/>
          <p:nvPr/>
        </p:nvPicPr>
        <p:blipFill rotWithShape="1">
          <a:blip r:embed="rId6">
            <a:alphaModFix/>
          </a:blip>
          <a:srcRect b="0" l="0" r="0" t="0"/>
          <a:stretch/>
        </p:blipFill>
        <p:spPr>
          <a:xfrm>
            <a:off x="288625" y="1556442"/>
            <a:ext cx="2168076" cy="414899"/>
          </a:xfrm>
          <a:prstGeom prst="rect">
            <a:avLst/>
          </a:prstGeom>
          <a:noFill/>
          <a:ln>
            <a:noFill/>
          </a:ln>
        </p:spPr>
      </p:pic>
      <p:pic>
        <p:nvPicPr>
          <p:cNvPr descr="With our country struggling against the 2nd wave of COVID-19, how can we help? &#10;While there is a majority of those who have won over COVID-19, there are still many battling and urging support. You’re a hero if you have survived the virus. Now, you get to be a superhero. Donate plasma and give someone a chance at life.&#10;&#10;Let us not think. Let us act. Every moment is precious. Every life is precious. &#10;&#10;Understanding the importance of plasma therapy and donation.&#10;#HumSeHaiSuraksha&#10;.&#10;.&#10;.&#10;#Safety #StaySafe #Vaccination #RJRahulMakin #COVID19Vaccine #StayHome #Mask #BloodDonation #PlasmaDonation #DonatePlasma #SaveLives #YehPuccaHai #SuperCement #JKCement #JK #JKSuperCement #Cement #Building #Construction #BuildSafe @rahulmakin1" id="1021" name="Google Shape;1021;p79" title="This 60 Sec Video can Save a Life | #HumSeHaiSuraksha | JK Super Cement | RJ Rahul Makin">
            <a:hlinkClick r:id="rId7"/>
          </p:cNvPr>
          <p:cNvPicPr preferRelativeResize="0"/>
          <p:nvPr/>
        </p:nvPicPr>
        <p:blipFill rotWithShape="1">
          <a:blip r:embed="rId8">
            <a:alphaModFix/>
          </a:blip>
          <a:srcRect b="0" l="0" r="0" t="0"/>
          <a:stretch/>
        </p:blipFill>
        <p:spPr>
          <a:xfrm>
            <a:off x="3221250" y="1153650"/>
            <a:ext cx="5635600" cy="3081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1"/>
                                        </p:tgtEl>
                                        <p:attrNameLst>
                                          <p:attrName>style.visibility</p:attrName>
                                        </p:attrNameLst>
                                      </p:cBhvr>
                                      <p:to>
                                        <p:strVal val="visible"/>
                                      </p:to>
                                    </p:set>
                                    <p:animEffect filter="fade" transition="in">
                                      <p:cBhvr>
                                        <p:cTn dur="1000"/>
                                        <p:tgtEl>
                                          <p:spTgt spid="10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25" name="Shape 1025"/>
        <p:cNvGrpSpPr/>
        <p:nvPr/>
      </p:nvGrpSpPr>
      <p:grpSpPr>
        <a:xfrm>
          <a:off x="0" y="0"/>
          <a:ext cx="0" cy="0"/>
          <a:chOff x="0" y="0"/>
          <a:chExt cx="0" cy="0"/>
        </a:xfrm>
      </p:grpSpPr>
      <p:cxnSp>
        <p:nvCxnSpPr>
          <p:cNvPr id="1026" name="Google Shape;1026;p80"/>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027" name="Google Shape;1027;p80"/>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028" name="Google Shape;1028;p80"/>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029" name="Google Shape;1029;p80"/>
          <p:cNvSpPr txBox="1"/>
          <p:nvPr/>
        </p:nvSpPr>
        <p:spPr>
          <a:xfrm>
            <a:off x="288625" y="214362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TALES OF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VALOUR</a:t>
            </a:r>
            <a:endParaRPr b="1" i="0" sz="2800" u="none" cap="none" strike="noStrike">
              <a:solidFill>
                <a:schemeClr val="dk1"/>
              </a:solidFill>
              <a:latin typeface="Inter"/>
              <a:ea typeface="Inter"/>
              <a:cs typeface="Inter"/>
              <a:sym typeface="Inter"/>
            </a:endParaRPr>
          </a:p>
        </p:txBody>
      </p:sp>
      <p:sp>
        <p:nvSpPr>
          <p:cNvPr id="1030" name="Google Shape;1030;p80"/>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031" name="Google Shape;1031;p80"/>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32" name="Google Shape;1032;p80"/>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33" name="Google Shape;1033;p80"/>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34" name="Google Shape;1034;p80"/>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035" name="Google Shape;1035;p80"/>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036" name="Google Shape;1036;p80"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037" name="Google Shape;1037;p80"/>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038" name="Google Shape;1038;p80"/>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039" name="Google Shape;1039;p80"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040" name="Google Shape;1040;p80"/>
          <p:cNvPicPr preferRelativeResize="0"/>
          <p:nvPr/>
        </p:nvPicPr>
        <p:blipFill rotWithShape="1">
          <a:blip r:embed="rId6">
            <a:alphaModFix/>
          </a:blip>
          <a:srcRect b="0" l="0" r="0" t="0"/>
          <a:stretch/>
        </p:blipFill>
        <p:spPr>
          <a:xfrm>
            <a:off x="288625" y="1440567"/>
            <a:ext cx="2168076" cy="414899"/>
          </a:xfrm>
          <a:prstGeom prst="rect">
            <a:avLst/>
          </a:prstGeom>
          <a:noFill/>
          <a:ln>
            <a:noFill/>
          </a:ln>
        </p:spPr>
      </p:pic>
      <p:pic>
        <p:nvPicPr>
          <p:cNvPr descr="They are the superheroes, they are Desh Ke Rakshak - Our soldiers!&#10;&#10;Tales of Valour - Desh Ke Rakshak is live now.&#10;Watch Playlist - https://bit.ly/jkstov&#10;.&#10;.&#10;.&#10;#DeshKeRakshak #VideoLaunch #Fighters #Strength #Safety #YehPuccaHai #TalesOfValour #IndianArmy #SuperHeroes #Freedom #JKSuperCement #SuperCement #BuildSafe #GreyCement" id="1041" name="Google Shape;1041;p80" title="Tales of Valour - Desh Ke Rakshak Promo">
            <a:hlinkClick r:id="rId7"/>
          </p:cNvPr>
          <p:cNvPicPr preferRelativeResize="0"/>
          <p:nvPr/>
        </p:nvPicPr>
        <p:blipFill rotWithShape="1">
          <a:blip r:embed="rId8">
            <a:alphaModFix/>
          </a:blip>
          <a:srcRect b="0" l="0" r="0" t="0"/>
          <a:stretch/>
        </p:blipFill>
        <p:spPr>
          <a:xfrm>
            <a:off x="3221250" y="1153663"/>
            <a:ext cx="5478534" cy="3081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1000"/>
                                        <p:tgtEl>
                                          <p:spTgt spid="10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5" name="Shape 1045"/>
        <p:cNvGrpSpPr/>
        <p:nvPr/>
      </p:nvGrpSpPr>
      <p:grpSpPr>
        <a:xfrm>
          <a:off x="0" y="0"/>
          <a:ext cx="0" cy="0"/>
          <a:chOff x="0" y="0"/>
          <a:chExt cx="0" cy="0"/>
        </a:xfrm>
      </p:grpSpPr>
      <p:cxnSp>
        <p:nvCxnSpPr>
          <p:cNvPr id="1046" name="Google Shape;1046;p81"/>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047" name="Google Shape;1047;p81"/>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048" name="Google Shape;1048;p81"/>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049" name="Google Shape;1049;p81"/>
          <p:cNvSpPr txBox="1"/>
          <p:nvPr/>
        </p:nvSpPr>
        <p:spPr>
          <a:xfrm>
            <a:off x="288625" y="2100550"/>
            <a:ext cx="2768400" cy="121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#LightOf</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Happiness</a:t>
            </a:r>
            <a:endParaRPr b="1" i="0" sz="2800" u="none" cap="none" strike="noStrike">
              <a:solidFill>
                <a:schemeClr val="dk1"/>
              </a:solidFill>
              <a:latin typeface="Inter"/>
              <a:ea typeface="Inter"/>
              <a:cs typeface="Inter"/>
              <a:sym typeface="Inter"/>
            </a:endParaRPr>
          </a:p>
        </p:txBody>
      </p:sp>
      <p:sp>
        <p:nvSpPr>
          <p:cNvPr id="1050" name="Google Shape;1050;p81"/>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051" name="Google Shape;1051;p81"/>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52" name="Google Shape;1052;p81"/>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53" name="Google Shape;1053;p81"/>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54" name="Google Shape;1054;p81"/>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055" name="Google Shape;1055;p81"/>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056" name="Google Shape;1056;p81"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057" name="Google Shape;1057;p81"/>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058" name="Google Shape;1058;p81"/>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059" name="Google Shape;1059;p81"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060" name="Google Shape;1060;p81"/>
          <p:cNvPicPr preferRelativeResize="0"/>
          <p:nvPr/>
        </p:nvPicPr>
        <p:blipFill rotWithShape="1">
          <a:blip r:embed="rId6">
            <a:alphaModFix/>
          </a:blip>
          <a:srcRect b="0" l="0" r="0" t="0"/>
          <a:stretch/>
        </p:blipFill>
        <p:spPr>
          <a:xfrm>
            <a:off x="288625" y="1489279"/>
            <a:ext cx="2168076" cy="414899"/>
          </a:xfrm>
          <a:prstGeom prst="rect">
            <a:avLst/>
          </a:prstGeom>
          <a:noFill/>
          <a:ln>
            <a:noFill/>
          </a:ln>
        </p:spPr>
      </p:pic>
      <p:pic>
        <p:nvPicPr>
          <p:cNvPr descr="This Diwali, JK Super Cement has touched the lives of 1 million+ people by installing solar-powered street lights in 160 villages across eight states of India to spread the light of hope, strength, and safety.&#10;&#10;Introducing the #LightOfHappiness, a JK Super Cement sustainable initiative - Kare Har Raah Roshan!&#10;&#10;Watch the video now!&#10;&#10;#JKCement #JKSuperCement #SuperCement #JKSuper #Cement #Construction #Building #Design #Strength #YehPuccaHai #Safety #BuildSafe #UltimateSuraksha #GreyCement #LightOfHappiness #Hope #Diwali #Festivaloflights #Diwalicampaign #Diwaliseason #Festiveseason #Staytuned #Diwali2021 #Sustainability #greeninitiatives #roadsafety #Videooftheday #VideoLaunch #Playingnow #trending #Youtube #Solarlamps" id="1061" name="Google Shape;1061;p81" title="Introducing the #LightOfHappiness, a JK Super Cement initiative - Kare Har Raah Roshan!">
            <a:hlinkClick r:id="rId7"/>
          </p:cNvPr>
          <p:cNvPicPr preferRelativeResize="0"/>
          <p:nvPr/>
        </p:nvPicPr>
        <p:blipFill rotWithShape="1">
          <a:blip r:embed="rId8">
            <a:alphaModFix/>
          </a:blip>
          <a:srcRect b="0" l="0" r="0" t="0"/>
          <a:stretch/>
        </p:blipFill>
        <p:spPr>
          <a:xfrm>
            <a:off x="3221250" y="1267200"/>
            <a:ext cx="5478525" cy="2953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1"/>
                                        </p:tgtEl>
                                        <p:attrNameLst>
                                          <p:attrName>style.visibility</p:attrName>
                                        </p:attrNameLst>
                                      </p:cBhvr>
                                      <p:to>
                                        <p:strVal val="visible"/>
                                      </p:to>
                                    </p:set>
                                    <p:animEffect filter="fade" transition="in">
                                      <p:cBhvr>
                                        <p:cTn dur="1000"/>
                                        <p:tgtEl>
                                          <p:spTgt spid="10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5" name="Shape 1065"/>
        <p:cNvGrpSpPr/>
        <p:nvPr/>
      </p:nvGrpSpPr>
      <p:grpSpPr>
        <a:xfrm>
          <a:off x="0" y="0"/>
          <a:ext cx="0" cy="0"/>
          <a:chOff x="0" y="0"/>
          <a:chExt cx="0" cy="0"/>
        </a:xfrm>
      </p:grpSpPr>
      <p:cxnSp>
        <p:nvCxnSpPr>
          <p:cNvPr id="1066" name="Google Shape;1066;p82"/>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067" name="Google Shape;1067;p82"/>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068" name="Google Shape;1068;p82"/>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069" name="Google Shape;1069;p82"/>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YEH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PUCCA HAI</a:t>
            </a:r>
            <a:endParaRPr b="1" i="0" sz="2800" u="none" cap="none" strike="noStrike">
              <a:solidFill>
                <a:schemeClr val="dk1"/>
              </a:solidFill>
              <a:latin typeface="Inter"/>
              <a:ea typeface="Inter"/>
              <a:cs typeface="Inter"/>
              <a:sym typeface="Inter"/>
            </a:endParaRPr>
          </a:p>
        </p:txBody>
      </p:sp>
      <p:sp>
        <p:nvSpPr>
          <p:cNvPr id="1070" name="Google Shape;1070;p82"/>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071" name="Google Shape;1071;p82"/>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72" name="Google Shape;1072;p82"/>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73" name="Google Shape;1073;p82"/>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74" name="Google Shape;1074;p82"/>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075" name="Google Shape;1075;p82"/>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076" name="Google Shape;1076;p82"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077" name="Google Shape;1077;p82"/>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078" name="Google Shape;1078;p82"/>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079" name="Google Shape;1079;p82"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080" name="Google Shape;1080;p82"/>
          <p:cNvPicPr preferRelativeResize="0"/>
          <p:nvPr/>
        </p:nvPicPr>
        <p:blipFill rotWithShape="1">
          <a:blip r:embed="rId6">
            <a:alphaModFix/>
          </a:blip>
          <a:srcRect b="0" l="0" r="0" t="0"/>
          <a:stretch/>
        </p:blipFill>
        <p:spPr>
          <a:xfrm>
            <a:off x="288625" y="1128342"/>
            <a:ext cx="2168076" cy="414899"/>
          </a:xfrm>
          <a:prstGeom prst="rect">
            <a:avLst/>
          </a:prstGeom>
          <a:noFill/>
          <a:ln>
            <a:noFill/>
          </a:ln>
        </p:spPr>
      </p:pic>
      <p:pic>
        <p:nvPicPr>
          <p:cNvPr descr="Har sapne ko poora karne ki taakat, har rishte ko surakshit rakhne ka Iraada.&#10;Iraado ka Jhola - Yeh Pucca Hai.&#10;&#10;Our new film explores the power of hard work, sacrifices, and determination. When a son understands the sacrifices of his father, he decides to pay gratitude to him. #JKSuperCement salutes millions of such construction laborers whose selfless efforts build a safe nation.&#10;&#10;To know more about #YehPuccaHai campaign,&#10;visit: https://www.jkcement.com/grey-cement/&#10;&#10;#JKSuperCement #YehPuccaHai #PuccaPartner #BuildSafe #JKCement #GreyCement #Safety #Strength #Stability #Consistency #NewAdFilm #JKAdFilm #YashpalSharma #Yashpal #StoryOfFather #StoryofSon #FatherSon #LabourDay #RespectLabour #EmotionalVideo #Humanity #COVID19 #SuperHeroes #Drivers #StaySafe #Coronavirus #Lockdown #SocialDistancing&#10;__________________________________________________________&#10;Audio Links :&#10;Jio Saavn - https://www.jiosaavn.com/song/yeh-pucca-hai/Rx4edUMBA0U&#10;Apple Music - https://music.apple.com/in/album/yeh-pucca-hai/1515221778?i=1515221781&#10;Amazon - https://music.amazon.in/albums/B0895QHC26?ref=dm_sh_xUdYS3VYPklL2GBr10TvmrtBB&#10;Hungama - https://www.hungama.com/song/yeh-pucca-hai/53816998/&#10;Tiktok - https://vm.tiktok.com/KrV7Dr/&#10;Digital Distribution by : Promo Expertz&#10;__________________________________________________________&#10;Social Media Handles &#10;&#10;JK Cement&#10;Instagram : https://www.instagram.com/jkcementindia/&#10;Facebook : https://www.facebook.com/JKCementIndia/&#10;Twitter : https://twitter.com/JKCementIndia&#10;__________________________________________________________&#10;Team &#10;&#10;Story - Vivek Joshi &#10;Director - Apu Hajare&#10;Producer - Vishal A Bhardwaj (Dancing Elephant Films)&#10;Music - Kanish Sharma&#10;Lyrics - Apu Hajare &#10;Actor - Yashpal Sharma, Shourya and Shubham Srivastava&#10;Digital Distribution - Promo Expertz &#10;&#10;Campaign, Concept &amp; Digital Agency - Social Cloud Ventures Pvt. Ltd. &#10;Copyright © JK Cement Limited 2020" id="1081" name="Google Shape;1081;p82" title="Yeh Pucca Hai | JK Super Cement salutes Indian laborers | Iraado ka Jhola">
            <a:hlinkClick r:id="rId7"/>
          </p:cNvPr>
          <p:cNvPicPr preferRelativeResize="0"/>
          <p:nvPr/>
        </p:nvPicPr>
        <p:blipFill rotWithShape="1">
          <a:blip r:embed="rId8">
            <a:alphaModFix/>
          </a:blip>
          <a:srcRect b="0" l="0" r="0" t="0"/>
          <a:stretch/>
        </p:blipFill>
        <p:spPr>
          <a:xfrm>
            <a:off x="3185700" y="1148575"/>
            <a:ext cx="5745925" cy="3091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1"/>
                                        </p:tgtEl>
                                        <p:attrNameLst>
                                          <p:attrName>style.visibility</p:attrName>
                                        </p:attrNameLst>
                                      </p:cBhvr>
                                      <p:to>
                                        <p:strVal val="visible"/>
                                      </p:to>
                                    </p:set>
                                    <p:animEffect filter="fade" transition="in">
                                      <p:cBhvr>
                                        <p:cTn dur="1000"/>
                                        <p:tgtEl>
                                          <p:spTgt spid="10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5" name="Shape 1085"/>
        <p:cNvGrpSpPr/>
        <p:nvPr/>
      </p:nvGrpSpPr>
      <p:grpSpPr>
        <a:xfrm>
          <a:off x="0" y="0"/>
          <a:ext cx="0" cy="0"/>
          <a:chOff x="0" y="0"/>
          <a:chExt cx="0" cy="0"/>
        </a:xfrm>
      </p:grpSpPr>
      <p:cxnSp>
        <p:nvCxnSpPr>
          <p:cNvPr id="1086" name="Google Shape;1086;p83"/>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087" name="Google Shape;1087;p83"/>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088" name="Google Shape;1088;p83"/>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089" name="Google Shape;1089;p83"/>
          <p:cNvSpPr txBox="1"/>
          <p:nvPr/>
        </p:nvSpPr>
        <p:spPr>
          <a:xfrm>
            <a:off x="288625" y="2546338"/>
            <a:ext cx="35196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Inter"/>
                <a:ea typeface="Inter"/>
                <a:cs typeface="Inter"/>
                <a:sym typeface="Inter"/>
              </a:rPr>
              <a:t>#TohfaSurakshaka</a:t>
            </a:r>
            <a:endParaRPr b="1" i="0" sz="2300" u="none" cap="none" strike="noStrike">
              <a:solidFill>
                <a:schemeClr val="dk1"/>
              </a:solidFill>
              <a:latin typeface="Inter"/>
              <a:ea typeface="Inter"/>
              <a:cs typeface="Inter"/>
              <a:sym typeface="Inter"/>
            </a:endParaRPr>
          </a:p>
        </p:txBody>
      </p:sp>
      <p:sp>
        <p:nvSpPr>
          <p:cNvPr id="1090" name="Google Shape;1090;p83"/>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091" name="Google Shape;1091;p83"/>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92" name="Google Shape;1092;p83"/>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93" name="Google Shape;1093;p83"/>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094" name="Google Shape;1094;p83"/>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095" name="Google Shape;1095;p83"/>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096" name="Google Shape;1096;p83"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097" name="Google Shape;1097;p83"/>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098" name="Google Shape;1098;p83"/>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099" name="Google Shape;1099;p83"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100" name="Google Shape;1100;p83"/>
          <p:cNvPicPr preferRelativeResize="0"/>
          <p:nvPr/>
        </p:nvPicPr>
        <p:blipFill rotWithShape="1">
          <a:blip r:embed="rId6">
            <a:alphaModFix/>
          </a:blip>
          <a:srcRect b="0" l="0" r="0" t="0"/>
          <a:stretch/>
        </p:blipFill>
        <p:spPr>
          <a:xfrm>
            <a:off x="288625" y="2059517"/>
            <a:ext cx="2168076" cy="414899"/>
          </a:xfrm>
          <a:prstGeom prst="rect">
            <a:avLst/>
          </a:prstGeom>
          <a:noFill/>
          <a:ln>
            <a:noFill/>
          </a:ln>
        </p:spPr>
      </p:pic>
      <p:pic>
        <p:nvPicPr>
          <p:cNvPr descr="Jo poora karte hain vaada suraksha ka, Iss Diwali hum de rahe hain unhein ek #TohfaSurakshaKa - A JK Super Cement safety initiative.&#10;&#10;Read more - https://www.jkcement.com/grey-cement/&#10;&#10;#JKCement #JKSuperCement #SuperCement #JKSuper #Cement #Construction #Building #Strength #YehPuccaHai #Safety #BuildSafe #GreyCement #Diwali #Diwalicampaign #Diwaliseason #Festiveseason #Diwali2022 #RoadSafety" id="1101" name="Google Shape;1101;p83" title="#TohfaSurakshaKa - A JK Super Cement safety initiative">
            <a:hlinkClick r:id="rId7"/>
          </p:cNvPr>
          <p:cNvPicPr preferRelativeResize="0"/>
          <p:nvPr/>
        </p:nvPicPr>
        <p:blipFill rotWithShape="1">
          <a:blip r:embed="rId8">
            <a:alphaModFix/>
          </a:blip>
          <a:srcRect b="0" l="0" r="0" t="0"/>
          <a:stretch/>
        </p:blipFill>
        <p:spPr>
          <a:xfrm>
            <a:off x="3220525" y="1121388"/>
            <a:ext cx="5593300" cy="31462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1"/>
                                        </p:tgtEl>
                                        <p:attrNameLst>
                                          <p:attrName>style.visibility</p:attrName>
                                        </p:attrNameLst>
                                      </p:cBhvr>
                                      <p:to>
                                        <p:strVal val="visible"/>
                                      </p:to>
                                    </p:set>
                                    <p:animEffect filter="fade" transition="in">
                                      <p:cBhvr>
                                        <p:cTn dur="1000"/>
                                        <p:tgtEl>
                                          <p:spTgt spid="1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5" name="Shape 1105"/>
        <p:cNvGrpSpPr/>
        <p:nvPr/>
      </p:nvGrpSpPr>
      <p:grpSpPr>
        <a:xfrm>
          <a:off x="0" y="0"/>
          <a:ext cx="0" cy="0"/>
          <a:chOff x="0" y="0"/>
          <a:chExt cx="0" cy="0"/>
        </a:xfrm>
      </p:grpSpPr>
      <p:cxnSp>
        <p:nvCxnSpPr>
          <p:cNvPr id="1106" name="Google Shape;1106;p84"/>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107" name="Google Shape;1107;p84"/>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108" name="Google Shape;1108;p84"/>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109" name="Google Shape;1109;p84"/>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YEH YAARANA</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PUCCA HAI</a:t>
            </a:r>
            <a:endParaRPr b="1" i="0" sz="2800" u="none" cap="none" strike="noStrike">
              <a:solidFill>
                <a:schemeClr val="dk1"/>
              </a:solidFill>
              <a:latin typeface="Inter"/>
              <a:ea typeface="Inter"/>
              <a:cs typeface="Inter"/>
              <a:sym typeface="Inter"/>
            </a:endParaRPr>
          </a:p>
        </p:txBody>
      </p:sp>
      <p:sp>
        <p:nvSpPr>
          <p:cNvPr id="1110" name="Google Shape;1110;p84"/>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111" name="Google Shape;1111;p84"/>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12" name="Google Shape;1112;p84"/>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13" name="Google Shape;1113;p84"/>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14" name="Google Shape;1114;p84"/>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115" name="Google Shape;1115;p84"/>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116" name="Google Shape;1116;p84"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117" name="Google Shape;1117;p84"/>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118" name="Google Shape;1118;p84"/>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119" name="Google Shape;1119;p84"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120" name="Google Shape;1120;p84"/>
          <p:cNvPicPr preferRelativeResize="0"/>
          <p:nvPr/>
        </p:nvPicPr>
        <p:blipFill rotWithShape="1">
          <a:blip r:embed="rId6">
            <a:alphaModFix/>
          </a:blip>
          <a:srcRect b="0" l="0" r="0" t="0"/>
          <a:stretch/>
        </p:blipFill>
        <p:spPr>
          <a:xfrm>
            <a:off x="288625" y="1128342"/>
            <a:ext cx="2168076" cy="414899"/>
          </a:xfrm>
          <a:prstGeom prst="rect">
            <a:avLst/>
          </a:prstGeom>
          <a:noFill/>
          <a:ln>
            <a:noFill/>
          </a:ln>
        </p:spPr>
      </p:pic>
      <p:pic>
        <p:nvPicPr>
          <p:cNvPr descr="JK Super Cement presents a tale of friendship - Yeh Yaarana Pucca Hai. The film is a representation of friendship, compassion and kindness. The story follows the bond of friendship between few school children, that leads them to achieve a near impossible feat for their friend. &#10;&#10;JK Cement, through this film aims to raise awareness about the importance of creating an inclusive society. The campaign is launched as part of the initiative, ‘Banaye Har Raah Aasaan’, through which JK Cement achieved a historic accomplishment, building 251 ramps in one single day across the districts of Jaipur, Rajasthan on 5th August 2021. &#10;Watch #YYPH-  Yeh Yaarana Pucca Hai - a short film on true friendships!&#10;Know more - https://www.jkcement.com/grey-cement/&#10;&#10;You can now create and claim your ‘Certificate of Friendship’ by clicking the link below: &#10;&#10;Link: https://www.facebook.com/profilepicframes/?selected_overlay_id=4817729954907006&#10;&#10;#YehYaaranaPuccaHai #GreyCement #JKCement #YehPuccaHai #Bestfriends #Bestfriendforever #Bestfriendgoals #Friendsforever #Friendship #Friendsreunion #Emotionalvideo #Schoollife #Schoolactivity #Wheelchairlife #Love #Happy #Smile #Videooftheday #HelpingHand #Happiness #Love #Together #BuildSafe #Safety #Construction #Concrete #Friendship #FriendshipGoals #Trust #Teamwork #Happiness #HostelLife #Cyclerace #TagContest" id="1121" name="Google Shape;1121;p84" title="#YYPH - Yeh Yaarana Pucca Hai - a tale of true friendship, by JK Super Cement">
            <a:hlinkClick r:id="rId7"/>
          </p:cNvPr>
          <p:cNvPicPr preferRelativeResize="0"/>
          <p:nvPr/>
        </p:nvPicPr>
        <p:blipFill rotWithShape="1">
          <a:blip r:embed="rId8">
            <a:alphaModFix/>
          </a:blip>
          <a:srcRect b="0" l="0" r="0" t="0"/>
          <a:stretch/>
        </p:blipFill>
        <p:spPr>
          <a:xfrm>
            <a:off x="3255050" y="1170588"/>
            <a:ext cx="5593300" cy="31462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1"/>
                                        </p:tgtEl>
                                        <p:attrNameLst>
                                          <p:attrName>style.visibility</p:attrName>
                                        </p:attrNameLst>
                                      </p:cBhvr>
                                      <p:to>
                                        <p:strVal val="visible"/>
                                      </p:to>
                                    </p:set>
                                    <p:animEffect filter="fade" transition="in">
                                      <p:cBhvr>
                                        <p:cTn dur="1000"/>
                                        <p:tgtEl>
                                          <p:spTgt spid="1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5" name="Shape 1125"/>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9" name="Shape 1129"/>
        <p:cNvGrpSpPr/>
        <p:nvPr/>
      </p:nvGrpSpPr>
      <p:grpSpPr>
        <a:xfrm>
          <a:off x="0" y="0"/>
          <a:ext cx="0" cy="0"/>
          <a:chOff x="0" y="0"/>
          <a:chExt cx="0" cy="0"/>
        </a:xfrm>
      </p:grpSpPr>
      <p:cxnSp>
        <p:nvCxnSpPr>
          <p:cNvPr id="1130" name="Google Shape;1130;p86"/>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131" name="Google Shape;1131;p86"/>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132" name="Google Shape;1132;p86"/>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133" name="Google Shape;1133;p86"/>
          <p:cNvSpPr txBox="1"/>
          <p:nvPr/>
        </p:nvSpPr>
        <p:spPr>
          <a:xfrm>
            <a:off x="288625" y="261917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#ThankyouDoctors</a:t>
            </a:r>
            <a:endParaRPr b="1" i="0" sz="2400" u="none" cap="none" strike="noStrike">
              <a:solidFill>
                <a:schemeClr val="dk1"/>
              </a:solidFill>
              <a:latin typeface="Inter"/>
              <a:ea typeface="Inter"/>
              <a:cs typeface="Inter"/>
              <a:sym typeface="Inter"/>
            </a:endParaRPr>
          </a:p>
        </p:txBody>
      </p:sp>
      <p:sp>
        <p:nvSpPr>
          <p:cNvPr id="1134" name="Google Shape;1134;p86"/>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135" name="Google Shape;1135;p86"/>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36" name="Google Shape;1136;p86"/>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37" name="Google Shape;1137;p86"/>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38" name="Google Shape;1138;p86"/>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139" name="Google Shape;1139;p86"/>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140" name="Google Shape;1140;p86"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141" name="Google Shape;1141;p86"/>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142" name="Google Shape;1142;p86"/>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143" name="Google Shape;1143;p86"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144" name="Google Shape;1144;p86"/>
          <p:cNvPicPr preferRelativeResize="0"/>
          <p:nvPr/>
        </p:nvPicPr>
        <p:blipFill rotWithShape="1">
          <a:blip r:embed="rId6">
            <a:alphaModFix/>
          </a:blip>
          <a:srcRect b="0" l="0" r="0" t="0"/>
          <a:stretch/>
        </p:blipFill>
        <p:spPr>
          <a:xfrm>
            <a:off x="288625" y="2079417"/>
            <a:ext cx="2168076" cy="414899"/>
          </a:xfrm>
          <a:prstGeom prst="rect">
            <a:avLst/>
          </a:prstGeom>
          <a:noFill/>
          <a:ln>
            <a:noFill/>
          </a:ln>
        </p:spPr>
      </p:pic>
      <p:pic>
        <p:nvPicPr>
          <p:cNvPr descr="Say #ThankYouDoctors by sharing content via Whatsapp, Facebook, Instagram using the link below &#10;Visit: https://www.jksupercement.com/yehpuccahai/&#10;&#10;JK Super Cement - BUILD SAFE extends a tribute of gratitude towards our frontline #COVID19 heroes - the #Doctors, who made sure we recovered, while a lot of them couldn’t. &#10;&#10;We are able to celebrate festivals and spend time with family because they didn’t. Thank You Doctors Kyunki unke iraadon ka jhola #yehpuccahai &#10;Know more - https://www.jkcement.com/grey-cement/&#10;&#10;#HappyDiwali, #India !&#10;&#10;Song Lyrics - &#10;Dard ko apni chalaane na de&#10;Darr ka andhera chhaane na de&#10;Himmat baandhe khada ek Farishta&#10;jo aansu kisi ke bhi aane na de&#10;&#10;Yaadon ka dhera dil mein chhupata hai koi&#10;Aansu farishte ke dekh na pata hai koi&#10;&#10;Aangan mein khushiyon ke deep jalata hai koi&#10;Mit te hain ghum apna jab muskurata hai koi&#10;&#10;Yeh Pucca Hai..&#10;Iraado ka jhola yeh pucca hai….&#10;&#10;Starring - @Soulsutra.Productions  &#10;&#10;Disclaimer -&#10;&quot;Copyright 2020 @ JK Cement Limited. JK Super Cement, 2020. Any illegal reproduction of this content in any form will result in immediate action against the person concerned.&quot; This video should not be deemed as medical advice, in case you are experiencing any symptom, please consult your nearest hospital/Doctor. All guidelines as recommended by the authorities were followed during the shooting of the video, and other than the actor facing the camera, all other crew members were wearing a mask and maintaining social distance including sanitisation." id="1145" name="Google Shape;1145;p86" title="#ThankYouDoctors #YehPuccaHai | JK Super Cement | #HappyDiwali 2020">
            <a:hlinkClick r:id="rId7"/>
          </p:cNvPr>
          <p:cNvPicPr preferRelativeResize="0"/>
          <p:nvPr/>
        </p:nvPicPr>
        <p:blipFill rotWithShape="1">
          <a:blip r:embed="rId8">
            <a:alphaModFix/>
          </a:blip>
          <a:srcRect b="0" l="0" r="0" t="0"/>
          <a:stretch/>
        </p:blipFill>
        <p:spPr>
          <a:xfrm>
            <a:off x="3255050" y="1169013"/>
            <a:ext cx="5593289" cy="3146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gtEl>
                                        <p:attrNameLst>
                                          <p:attrName>style.visibility</p:attrName>
                                        </p:attrNameLst>
                                      </p:cBhvr>
                                      <p:to>
                                        <p:strVal val="visible"/>
                                      </p:to>
                                    </p:set>
                                    <p:animEffect filter="fade" transition="in">
                                      <p:cBhvr>
                                        <p:cTn dur="1000"/>
                                        <p:tgtEl>
                                          <p:spTgt spid="1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9" name="Shape 1149"/>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3" name="Shape 1153"/>
        <p:cNvGrpSpPr/>
        <p:nvPr/>
      </p:nvGrpSpPr>
      <p:grpSpPr>
        <a:xfrm>
          <a:off x="0" y="0"/>
          <a:ext cx="0" cy="0"/>
          <a:chOff x="0" y="0"/>
          <a:chExt cx="0" cy="0"/>
        </a:xfrm>
      </p:grpSpPr>
      <p:cxnSp>
        <p:nvCxnSpPr>
          <p:cNvPr id="1154" name="Google Shape;1154;p88"/>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155" name="Google Shape;1155;p88"/>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156" name="Google Shape;1156;p88"/>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157" name="Google Shape;1157;p88"/>
          <p:cNvSpPr txBox="1"/>
          <p:nvPr/>
        </p:nvSpPr>
        <p:spPr>
          <a:xfrm>
            <a:off x="288625" y="190960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THE STRENGTH</a:t>
            </a:r>
            <a:endParaRPr b="1" i="0" sz="2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BEHIND THE WALL </a:t>
            </a:r>
            <a:endParaRPr b="1" i="0" sz="2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IS NOT VISIBLE</a:t>
            </a:r>
            <a:endParaRPr b="1" i="0" sz="2400" u="none" cap="none" strike="noStrike">
              <a:solidFill>
                <a:schemeClr val="dk1"/>
              </a:solidFill>
              <a:latin typeface="Inter"/>
              <a:ea typeface="Inter"/>
              <a:cs typeface="Inter"/>
              <a:sym typeface="Inter"/>
            </a:endParaRPr>
          </a:p>
        </p:txBody>
      </p:sp>
      <p:sp>
        <p:nvSpPr>
          <p:cNvPr id="1158" name="Google Shape;1158;p88"/>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159" name="Google Shape;1159;p88"/>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60" name="Google Shape;1160;p88"/>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61" name="Google Shape;1161;p88"/>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62" name="Google Shape;1162;p88"/>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163" name="Google Shape;1163;p88"/>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164" name="Google Shape;1164;p88"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165" name="Google Shape;1165;p88"/>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166" name="Google Shape;1166;p88"/>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167" name="Google Shape;1167;p88"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168" name="Google Shape;1168;p88"/>
          <p:cNvPicPr preferRelativeResize="0"/>
          <p:nvPr/>
        </p:nvPicPr>
        <p:blipFill rotWithShape="1">
          <a:blip r:embed="rId6">
            <a:alphaModFix/>
          </a:blip>
          <a:srcRect b="0" l="0" r="0" t="0"/>
          <a:stretch/>
        </p:blipFill>
        <p:spPr>
          <a:xfrm>
            <a:off x="288625" y="1269642"/>
            <a:ext cx="2168076" cy="414899"/>
          </a:xfrm>
          <a:prstGeom prst="rect">
            <a:avLst/>
          </a:prstGeom>
          <a:noFill/>
          <a:ln>
            <a:noFill/>
          </a:ln>
        </p:spPr>
      </p:pic>
      <p:pic>
        <p:nvPicPr>
          <p:cNvPr descr="They promise us our safety, they entitle us our freedom, they ensure our peaceful sleep, they stand under the hottest sun and against the coldest winds. The Heroes.&#10;&#10;#JKSuperCement salutes all our fearless soldiers who make that possible, and their families who stand behind the heroes resolutely cheering them on, as only the strongest makes others stronger.&#10;visit: https://www.jkcement.com/grey-cement/ &#10;.&#10;.&#10;.&#10;#YehPuccaHai #KargilVijayDiwas #Kargil #JKSuperCement #SuperCement #Cement #GreyCement #JKSuper #Video #Safety #Strength #BuildSafe #JKCement #VideoLaunch #Video #RealHeroes #Salute" id="1169" name="Google Shape;1169;p88" title="The strength behind the wall is never visible">
            <a:hlinkClick r:id="rId7"/>
          </p:cNvPr>
          <p:cNvPicPr preferRelativeResize="0"/>
          <p:nvPr/>
        </p:nvPicPr>
        <p:blipFill rotWithShape="1">
          <a:blip r:embed="rId8">
            <a:alphaModFix/>
          </a:blip>
          <a:srcRect b="0" l="0" r="0" t="0"/>
          <a:stretch/>
        </p:blipFill>
        <p:spPr>
          <a:xfrm>
            <a:off x="3255050" y="1172463"/>
            <a:ext cx="5593300" cy="3044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1000"/>
                                        <p:tgtEl>
                                          <p:spTgt spid="1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3" name="Shape 1173"/>
        <p:cNvGrpSpPr/>
        <p:nvPr/>
      </p:nvGrpSpPr>
      <p:grpSpPr>
        <a:xfrm>
          <a:off x="0" y="0"/>
          <a:ext cx="0" cy="0"/>
          <a:chOff x="0" y="0"/>
          <a:chExt cx="0" cy="0"/>
        </a:xfrm>
      </p:grpSpPr>
      <p:cxnSp>
        <p:nvCxnSpPr>
          <p:cNvPr id="1174" name="Google Shape;1174;p89"/>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175" name="Google Shape;1175;p89"/>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176" name="Google Shape;1176;p89"/>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177" name="Google Shape;1177;p89"/>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STRENGTH IS</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BEYOND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GENDER</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Inter"/>
              <a:ea typeface="Inter"/>
              <a:cs typeface="Inter"/>
              <a:sym typeface="Inter"/>
            </a:endParaRPr>
          </a:p>
        </p:txBody>
      </p:sp>
      <p:sp>
        <p:nvSpPr>
          <p:cNvPr id="1178" name="Google Shape;1178;p89"/>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179" name="Google Shape;1179;p89"/>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80" name="Google Shape;1180;p89"/>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81" name="Google Shape;1181;p89"/>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182" name="Google Shape;1182;p89"/>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183" name="Google Shape;1183;p89"/>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184" name="Google Shape;1184;p89"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185" name="Google Shape;1185;p89"/>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186" name="Google Shape;1186;p89"/>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187" name="Google Shape;1187;p89"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188" name="Google Shape;1188;p89"/>
          <p:cNvPicPr preferRelativeResize="0"/>
          <p:nvPr/>
        </p:nvPicPr>
        <p:blipFill rotWithShape="1">
          <a:blip r:embed="rId6">
            <a:alphaModFix/>
          </a:blip>
          <a:srcRect b="0" l="0" r="0" t="0"/>
          <a:stretch/>
        </p:blipFill>
        <p:spPr>
          <a:xfrm>
            <a:off x="288625" y="1128342"/>
            <a:ext cx="2168076" cy="414899"/>
          </a:xfrm>
          <a:prstGeom prst="rect">
            <a:avLst/>
          </a:prstGeom>
          <a:noFill/>
          <a:ln>
            <a:noFill/>
          </a:ln>
        </p:spPr>
      </p:pic>
      <p:pic>
        <p:nvPicPr>
          <p:cNvPr descr="‘Raksha’ is about who your strongest shield is, age and gender no bar. This Rakshabandhan, cheer them on as they are the proof that strength flows beyond gender.&#10;&#10;#JKSuperCement wishes you all a very #HappyRakshabandhan&#10;.&#10;.&#10;.&#10;#Strength #Gender #Thumbstopper #Launch #Video #VideoLaunch #SpecialBond #Rakhi2020 #RakshaBandhan #Rakhi #BrotherSister #YehPuccaHai #Bond #Safety #BuildSafe #JKSuperCement #SuperCement #GreyCement" id="1189" name="Google Shape;1189;p89" title="Strength is beyond gender">
            <a:hlinkClick r:id="rId7"/>
          </p:cNvPr>
          <p:cNvPicPr preferRelativeResize="0"/>
          <p:nvPr/>
        </p:nvPicPr>
        <p:blipFill rotWithShape="1">
          <a:blip r:embed="rId8">
            <a:alphaModFix/>
          </a:blip>
          <a:srcRect b="0" l="0" r="0" t="0"/>
          <a:stretch/>
        </p:blipFill>
        <p:spPr>
          <a:xfrm>
            <a:off x="3255050" y="1169013"/>
            <a:ext cx="5593300" cy="31462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gtEl>
                                        <p:attrNameLst>
                                          <p:attrName>style.visibility</p:attrName>
                                        </p:attrNameLst>
                                      </p:cBhvr>
                                      <p:to>
                                        <p:strVal val="visible"/>
                                      </p:to>
                                    </p:set>
                                    <p:animEffect filter="fade" transition="in">
                                      <p:cBhvr>
                                        <p:cTn dur="1000"/>
                                        <p:tgtEl>
                                          <p:spTgt spid="1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3" name="Shape 1193"/>
        <p:cNvGrpSpPr/>
        <p:nvPr/>
      </p:nvGrpSpPr>
      <p:grpSpPr>
        <a:xfrm>
          <a:off x="0" y="0"/>
          <a:ext cx="0" cy="0"/>
          <a:chOff x="0" y="0"/>
          <a:chExt cx="0" cy="0"/>
        </a:xfrm>
      </p:grpSpPr>
      <p:cxnSp>
        <p:nvCxnSpPr>
          <p:cNvPr id="1194" name="Google Shape;1194;p90"/>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195" name="Google Shape;1195;p90"/>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196" name="Google Shape;1196;p90"/>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197" name="Google Shape;1197;p90"/>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REAL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STRENGTH IS IN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THE INTENT</a:t>
            </a:r>
            <a:endParaRPr b="1" i="0" sz="2800" u="none" cap="none" strike="noStrike">
              <a:solidFill>
                <a:schemeClr val="dk1"/>
              </a:solidFill>
              <a:latin typeface="Inter"/>
              <a:ea typeface="Inter"/>
              <a:cs typeface="Inter"/>
              <a:sym typeface="Inter"/>
            </a:endParaRPr>
          </a:p>
        </p:txBody>
      </p:sp>
      <p:sp>
        <p:nvSpPr>
          <p:cNvPr id="1198" name="Google Shape;1198;p90"/>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199" name="Google Shape;1199;p90"/>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00" name="Google Shape;1200;p90"/>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01" name="Google Shape;1201;p90"/>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02" name="Google Shape;1202;p90"/>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203" name="Google Shape;1203;p90"/>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204" name="Google Shape;1204;p90"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205" name="Google Shape;1205;p90"/>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206" name="Google Shape;1206;p90"/>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207" name="Google Shape;1207;p90"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208" name="Google Shape;1208;p90"/>
          <p:cNvPicPr preferRelativeResize="0"/>
          <p:nvPr/>
        </p:nvPicPr>
        <p:blipFill rotWithShape="1">
          <a:blip r:embed="rId6">
            <a:alphaModFix/>
          </a:blip>
          <a:srcRect b="0" l="0" r="0" t="0"/>
          <a:stretch/>
        </p:blipFill>
        <p:spPr>
          <a:xfrm>
            <a:off x="288625" y="1128342"/>
            <a:ext cx="2168076" cy="414899"/>
          </a:xfrm>
          <a:prstGeom prst="rect">
            <a:avLst/>
          </a:prstGeom>
          <a:noFill/>
          <a:ln>
            <a:noFill/>
          </a:ln>
        </p:spPr>
      </p:pic>
      <p:pic>
        <p:nvPicPr>
          <p:cNvPr descr="We win our battles in our minds first. It is because strength doesn't lie in the action but in the intent. And now it's time to prepare ourselves to give back the care that nature deserves.&#10;visit: https://www.jkcement.com/grey-cement/&#10;.&#10;.&#10;.&#10;#NatureConservation #YehPuccaHai #WorldNatureConservationDay #Nature #Safety #NatureConservationDay2020 #Earth #Strength #Thumbstopper #VideoLaunch #Video #SaveNature #SaveEarth #BuildSafe #JKSuperCement #SuperCement #JKCement #GreyCement" id="1209" name="Google Shape;1209;p90" title="Real strength is in the intent">
            <a:hlinkClick r:id="rId7"/>
          </p:cNvPr>
          <p:cNvPicPr preferRelativeResize="0"/>
          <p:nvPr/>
        </p:nvPicPr>
        <p:blipFill rotWithShape="1">
          <a:blip r:embed="rId8">
            <a:alphaModFix/>
          </a:blip>
          <a:srcRect b="0" l="0" r="0" t="0"/>
          <a:stretch/>
        </p:blipFill>
        <p:spPr>
          <a:xfrm>
            <a:off x="3255050" y="1170588"/>
            <a:ext cx="5593289" cy="3146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9"/>
                                        </p:tgtEl>
                                        <p:attrNameLst>
                                          <p:attrName>style.visibility</p:attrName>
                                        </p:attrNameLst>
                                      </p:cBhvr>
                                      <p:to>
                                        <p:strVal val="visible"/>
                                      </p:to>
                                    </p:set>
                                    <p:animEffect filter="fade" transition="in">
                                      <p:cBhvr>
                                        <p:cTn dur="1000"/>
                                        <p:tgtEl>
                                          <p:spTgt spid="1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3" name="Shape 1213"/>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7" name="Shape 1217"/>
        <p:cNvGrpSpPr/>
        <p:nvPr/>
      </p:nvGrpSpPr>
      <p:grpSpPr>
        <a:xfrm>
          <a:off x="0" y="0"/>
          <a:ext cx="0" cy="0"/>
          <a:chOff x="0" y="0"/>
          <a:chExt cx="0" cy="0"/>
        </a:xfrm>
      </p:grpSpPr>
      <p:cxnSp>
        <p:nvCxnSpPr>
          <p:cNvPr id="1218" name="Google Shape;1218;p92"/>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219" name="Google Shape;1219;p92"/>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220" name="Google Shape;1220;p92"/>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221" name="Google Shape;1221;p92"/>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222" name="Google Shape;1222;p92"/>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23" name="Google Shape;1223;p92"/>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24" name="Google Shape;1224;p92"/>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25" name="Google Shape;1225;p92"/>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226" name="Google Shape;1226;p92"/>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227" name="Google Shape;1227;p92"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228" name="Google Shape;1228;p92"/>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229" name="Google Shape;1229;p92"/>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230" name="Google Shape;1230;p92"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Magppie builds the world's strongest kitchens crafted in sanitized stone, where even cleaning does not feel like a chore anymore. Fully washable and extremely hygienic we design seamless spaces that are easy to maintain." id="1231" name="Google Shape;1231;p92" title="World's Only Washable Kitchen | Magppie Wellness Kitchen">
            <a:hlinkClick r:id="rId6"/>
          </p:cNvPr>
          <p:cNvPicPr preferRelativeResize="0"/>
          <p:nvPr/>
        </p:nvPicPr>
        <p:blipFill rotWithShape="1">
          <a:blip r:embed="rId7">
            <a:alphaModFix/>
          </a:blip>
          <a:srcRect b="0" l="0" r="0" t="0"/>
          <a:stretch/>
        </p:blipFill>
        <p:spPr>
          <a:xfrm>
            <a:off x="3185700" y="1197775"/>
            <a:ext cx="5745925" cy="3091850"/>
          </a:xfrm>
          <a:prstGeom prst="rect">
            <a:avLst/>
          </a:prstGeom>
          <a:noFill/>
          <a:ln>
            <a:noFill/>
          </a:ln>
        </p:spPr>
      </p:pic>
      <p:sp>
        <p:nvSpPr>
          <p:cNvPr id="1232" name="Google Shape;1232;p92"/>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WORLD’S</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STRONGEST</a:t>
            </a:r>
            <a:br>
              <a:rPr b="1" i="0" lang="en" sz="2800" u="none" cap="none" strike="noStrike">
                <a:solidFill>
                  <a:schemeClr val="dk1"/>
                </a:solidFill>
                <a:latin typeface="Inter"/>
                <a:ea typeface="Inter"/>
                <a:cs typeface="Inter"/>
                <a:sym typeface="Inter"/>
              </a:rPr>
            </a:br>
            <a:r>
              <a:rPr b="1" i="0" lang="en" sz="2800" u="none" cap="none" strike="noStrike">
                <a:solidFill>
                  <a:schemeClr val="dk1"/>
                </a:solidFill>
                <a:latin typeface="Inter"/>
                <a:ea typeface="Inter"/>
                <a:cs typeface="Inter"/>
                <a:sym typeface="Inter"/>
              </a:rPr>
              <a:t>KITCHENS</a:t>
            </a:r>
            <a:endParaRPr b="1" i="0" sz="2800" u="none" cap="none" strike="noStrike">
              <a:solidFill>
                <a:schemeClr val="dk1"/>
              </a:solidFill>
              <a:latin typeface="Inter"/>
              <a:ea typeface="Inter"/>
              <a:cs typeface="Inter"/>
              <a:sym typeface="Inter"/>
            </a:endParaRPr>
          </a:p>
        </p:txBody>
      </p:sp>
      <p:pic>
        <p:nvPicPr>
          <p:cNvPr id="1233" name="Google Shape;1233;p92" title="magpie.png"/>
          <p:cNvPicPr preferRelativeResize="0"/>
          <p:nvPr/>
        </p:nvPicPr>
        <p:blipFill rotWithShape="1">
          <a:blip r:embed="rId8">
            <a:alphaModFix/>
          </a:blip>
          <a:srcRect b="0" l="0" r="0" t="0"/>
          <a:stretch/>
        </p:blipFill>
        <p:spPr>
          <a:xfrm>
            <a:off x="212749" y="748925"/>
            <a:ext cx="2357801" cy="11304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1"/>
                                        </p:tgtEl>
                                        <p:attrNameLst>
                                          <p:attrName>style.visibility</p:attrName>
                                        </p:attrNameLst>
                                      </p:cBhvr>
                                      <p:to>
                                        <p:strVal val="visible"/>
                                      </p:to>
                                    </p:set>
                                    <p:animEffect filter="fade" transition="in">
                                      <p:cBhvr>
                                        <p:cTn dur="1000"/>
                                        <p:tgtEl>
                                          <p:spTgt spid="1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7" name="Shape 1237"/>
        <p:cNvGrpSpPr/>
        <p:nvPr/>
      </p:nvGrpSpPr>
      <p:grpSpPr>
        <a:xfrm>
          <a:off x="0" y="0"/>
          <a:ext cx="0" cy="0"/>
          <a:chOff x="0" y="0"/>
          <a:chExt cx="0" cy="0"/>
        </a:xfrm>
      </p:grpSpPr>
      <p:cxnSp>
        <p:nvCxnSpPr>
          <p:cNvPr id="1238" name="Google Shape;1238;p93"/>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239" name="Google Shape;1239;p93"/>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240" name="Google Shape;1240;p93"/>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241" name="Google Shape;1241;p93"/>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242" name="Google Shape;1242;p93"/>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43" name="Google Shape;1243;p93"/>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44" name="Google Shape;1244;p93"/>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45" name="Google Shape;1245;p93"/>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246" name="Google Shape;1246;p93"/>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247" name="Google Shape;1247;p93"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248" name="Google Shape;1248;p93"/>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249" name="Google Shape;1249;p93"/>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250" name="Google Shape;1250;p93"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Our kitchens are crafted with the ability to bear unthinkable loads, far surpassing any other. Magppie builds spaces that personify strength and solace, captivating with their timeless beauty and functionality." id="1251" name="Google Shape;1251;p93" title="World's Strongest Kitchen | Magppie Wellness Kitchen">
            <a:hlinkClick r:id="rId6"/>
          </p:cNvPr>
          <p:cNvPicPr preferRelativeResize="0"/>
          <p:nvPr/>
        </p:nvPicPr>
        <p:blipFill rotWithShape="1">
          <a:blip r:embed="rId7">
            <a:alphaModFix/>
          </a:blip>
          <a:srcRect b="0" l="0" r="0" t="0"/>
          <a:stretch/>
        </p:blipFill>
        <p:spPr>
          <a:xfrm>
            <a:off x="3185700" y="1127663"/>
            <a:ext cx="5745925" cy="3232083"/>
          </a:xfrm>
          <a:prstGeom prst="rect">
            <a:avLst/>
          </a:prstGeom>
          <a:noFill/>
          <a:ln>
            <a:noFill/>
          </a:ln>
        </p:spPr>
      </p:pic>
      <p:sp>
        <p:nvSpPr>
          <p:cNvPr id="1252" name="Google Shape;1252;p93"/>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WORLD’S</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STRONGEST</a:t>
            </a:r>
            <a:br>
              <a:rPr b="1" i="0" lang="en" sz="2800" u="none" cap="none" strike="noStrike">
                <a:solidFill>
                  <a:schemeClr val="dk1"/>
                </a:solidFill>
                <a:latin typeface="Inter"/>
                <a:ea typeface="Inter"/>
                <a:cs typeface="Inter"/>
                <a:sym typeface="Inter"/>
              </a:rPr>
            </a:br>
            <a:r>
              <a:rPr b="1" i="0" lang="en" sz="2800" u="none" cap="none" strike="noStrike">
                <a:solidFill>
                  <a:schemeClr val="dk1"/>
                </a:solidFill>
                <a:latin typeface="Inter"/>
                <a:ea typeface="Inter"/>
                <a:cs typeface="Inter"/>
                <a:sym typeface="Inter"/>
              </a:rPr>
              <a:t>KITCHENS</a:t>
            </a:r>
            <a:endParaRPr b="1" i="0" sz="2800" u="none" cap="none" strike="noStrike">
              <a:solidFill>
                <a:schemeClr val="dk1"/>
              </a:solidFill>
              <a:latin typeface="Inter"/>
              <a:ea typeface="Inter"/>
              <a:cs typeface="Inter"/>
              <a:sym typeface="Inter"/>
            </a:endParaRPr>
          </a:p>
        </p:txBody>
      </p:sp>
      <p:pic>
        <p:nvPicPr>
          <p:cNvPr id="1253" name="Google Shape;1253;p93" title="magpie.png"/>
          <p:cNvPicPr preferRelativeResize="0"/>
          <p:nvPr/>
        </p:nvPicPr>
        <p:blipFill rotWithShape="1">
          <a:blip r:embed="rId8">
            <a:alphaModFix/>
          </a:blip>
          <a:srcRect b="0" l="0" r="0" t="0"/>
          <a:stretch/>
        </p:blipFill>
        <p:spPr>
          <a:xfrm>
            <a:off x="212749" y="748925"/>
            <a:ext cx="2357801" cy="11304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1"/>
                                        </p:tgtEl>
                                        <p:attrNameLst>
                                          <p:attrName>style.visibility</p:attrName>
                                        </p:attrNameLst>
                                      </p:cBhvr>
                                      <p:to>
                                        <p:strVal val="visible"/>
                                      </p:to>
                                    </p:set>
                                    <p:animEffect filter="fade" transition="in">
                                      <p:cBhvr>
                                        <p:cTn dur="1000"/>
                                        <p:tgtEl>
                                          <p:spTgt spid="1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7" name="Shape 1257"/>
        <p:cNvGrpSpPr/>
        <p:nvPr/>
      </p:nvGrpSpPr>
      <p:grpSpPr>
        <a:xfrm>
          <a:off x="0" y="0"/>
          <a:ext cx="0" cy="0"/>
          <a:chOff x="0" y="0"/>
          <a:chExt cx="0" cy="0"/>
        </a:xfrm>
      </p:grpSpPr>
      <p:cxnSp>
        <p:nvCxnSpPr>
          <p:cNvPr id="1258" name="Google Shape;1258;p94"/>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259" name="Google Shape;1259;p94"/>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260" name="Google Shape;1260;p94"/>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261" name="Google Shape;1261;p94"/>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262" name="Google Shape;1262;p94"/>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63" name="Google Shape;1263;p94"/>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64" name="Google Shape;1264;p94"/>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65" name="Google Shape;1265;p94"/>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266" name="Google Shape;1266;p94"/>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267" name="Google Shape;1267;p94"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268" name="Google Shape;1268;p94"/>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269" name="Google Shape;1269;p94"/>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270" name="Google Shape;1270;p94"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id="1271" name="Google Shape;1271;p94" title="World's First Intelligent Kitchen | Magppie Wellness Kitchen">
            <a:hlinkClick r:id="rId6"/>
          </p:cNvPr>
          <p:cNvPicPr preferRelativeResize="0"/>
          <p:nvPr/>
        </p:nvPicPr>
        <p:blipFill rotWithShape="1">
          <a:blip r:embed="rId7">
            <a:alphaModFix/>
          </a:blip>
          <a:srcRect b="0" l="0" r="0" t="0"/>
          <a:stretch/>
        </p:blipFill>
        <p:spPr>
          <a:xfrm>
            <a:off x="3185700" y="1148575"/>
            <a:ext cx="5745925" cy="3091850"/>
          </a:xfrm>
          <a:prstGeom prst="rect">
            <a:avLst/>
          </a:prstGeom>
          <a:noFill/>
          <a:ln>
            <a:noFill/>
          </a:ln>
        </p:spPr>
      </p:pic>
      <p:sp>
        <p:nvSpPr>
          <p:cNvPr id="1272" name="Google Shape;1272;p94"/>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WORLD’S</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STRONGEST</a:t>
            </a:r>
            <a:br>
              <a:rPr b="1" i="0" lang="en" sz="2800" u="none" cap="none" strike="noStrike">
                <a:solidFill>
                  <a:schemeClr val="dk1"/>
                </a:solidFill>
                <a:latin typeface="Inter"/>
                <a:ea typeface="Inter"/>
                <a:cs typeface="Inter"/>
                <a:sym typeface="Inter"/>
              </a:rPr>
            </a:br>
            <a:r>
              <a:rPr b="1" i="0" lang="en" sz="2800" u="none" cap="none" strike="noStrike">
                <a:solidFill>
                  <a:schemeClr val="dk1"/>
                </a:solidFill>
                <a:latin typeface="Inter"/>
                <a:ea typeface="Inter"/>
                <a:cs typeface="Inter"/>
                <a:sym typeface="Inter"/>
              </a:rPr>
              <a:t>KITCHENS</a:t>
            </a:r>
            <a:endParaRPr b="1" i="0" sz="2800" u="none" cap="none" strike="noStrike">
              <a:solidFill>
                <a:schemeClr val="dk1"/>
              </a:solidFill>
              <a:latin typeface="Inter"/>
              <a:ea typeface="Inter"/>
              <a:cs typeface="Inter"/>
              <a:sym typeface="Inter"/>
            </a:endParaRPr>
          </a:p>
        </p:txBody>
      </p:sp>
      <p:pic>
        <p:nvPicPr>
          <p:cNvPr id="1273" name="Google Shape;1273;p94" title="magpie.png"/>
          <p:cNvPicPr preferRelativeResize="0"/>
          <p:nvPr/>
        </p:nvPicPr>
        <p:blipFill rotWithShape="1">
          <a:blip r:embed="rId8">
            <a:alphaModFix/>
          </a:blip>
          <a:srcRect b="0" l="0" r="0" t="0"/>
          <a:stretch/>
        </p:blipFill>
        <p:spPr>
          <a:xfrm>
            <a:off x="212749" y="748925"/>
            <a:ext cx="2357801" cy="11304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1"/>
                                        </p:tgtEl>
                                        <p:attrNameLst>
                                          <p:attrName>style.visibility</p:attrName>
                                        </p:attrNameLst>
                                      </p:cBhvr>
                                      <p:to>
                                        <p:strVal val="visible"/>
                                      </p:to>
                                    </p:set>
                                    <p:animEffect filter="fade" transition="in">
                                      <p:cBhvr>
                                        <p:cTn dur="1000"/>
                                        <p:tgtEl>
                                          <p:spTgt spid="1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7" name="Shape 1277"/>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1" name="Shape 1281"/>
        <p:cNvGrpSpPr/>
        <p:nvPr/>
      </p:nvGrpSpPr>
      <p:grpSpPr>
        <a:xfrm>
          <a:off x="0" y="0"/>
          <a:ext cx="0" cy="0"/>
          <a:chOff x="0" y="0"/>
          <a:chExt cx="0" cy="0"/>
        </a:xfrm>
      </p:grpSpPr>
      <p:cxnSp>
        <p:nvCxnSpPr>
          <p:cNvPr id="1282" name="Google Shape;1282;p96"/>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283" name="Google Shape;1283;p96"/>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284" name="Google Shape;1284;p96"/>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285" name="Google Shape;1285;p96"/>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286" name="Google Shape;1286;p96"/>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87" name="Google Shape;1287;p96"/>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88" name="Google Shape;1288;p96"/>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289" name="Google Shape;1289;p96"/>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290" name="Google Shape;1290;p96"/>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291" name="Google Shape;1291;p96"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292" name="Google Shape;1292;p96"/>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293" name="Google Shape;1293;p96"/>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294" name="Google Shape;1294;p96"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Building harmony between the physical, emotional and cognitive wellbeing, Sunroof by Magppie helps you experience wellness of sunlight inside any room." id="1295" name="Google Shape;1295;p96" title="Sunrooof by Magppie | The Wellness Ceiling - To bring the power of sun indoors">
            <a:hlinkClick r:id="rId6"/>
          </p:cNvPr>
          <p:cNvPicPr preferRelativeResize="0"/>
          <p:nvPr/>
        </p:nvPicPr>
        <p:blipFill rotWithShape="1">
          <a:blip r:embed="rId7">
            <a:alphaModFix/>
          </a:blip>
          <a:srcRect b="0" l="0" r="0" t="0"/>
          <a:stretch/>
        </p:blipFill>
        <p:spPr>
          <a:xfrm>
            <a:off x="3221250" y="1164750"/>
            <a:ext cx="5635600" cy="3059500"/>
          </a:xfrm>
          <a:prstGeom prst="rect">
            <a:avLst/>
          </a:prstGeom>
          <a:noFill/>
          <a:ln>
            <a:noFill/>
          </a:ln>
        </p:spPr>
      </p:pic>
      <p:sp>
        <p:nvSpPr>
          <p:cNvPr id="1296" name="Google Shape;1296;p96"/>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WORLD’S</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STRONGEST</a:t>
            </a:r>
            <a:br>
              <a:rPr b="1" i="0" lang="en" sz="2800" u="none" cap="none" strike="noStrike">
                <a:solidFill>
                  <a:schemeClr val="dk1"/>
                </a:solidFill>
                <a:latin typeface="Inter"/>
                <a:ea typeface="Inter"/>
                <a:cs typeface="Inter"/>
                <a:sym typeface="Inter"/>
              </a:rPr>
            </a:br>
            <a:r>
              <a:rPr b="1" i="0" lang="en" sz="2800" u="none" cap="none" strike="noStrike">
                <a:solidFill>
                  <a:schemeClr val="dk1"/>
                </a:solidFill>
                <a:latin typeface="Inter"/>
                <a:ea typeface="Inter"/>
                <a:cs typeface="Inter"/>
                <a:sym typeface="Inter"/>
              </a:rPr>
              <a:t>KITCHENS</a:t>
            </a:r>
            <a:endParaRPr b="1" i="0" sz="2800" u="none" cap="none" strike="noStrike">
              <a:solidFill>
                <a:schemeClr val="dk1"/>
              </a:solidFill>
              <a:latin typeface="Inter"/>
              <a:ea typeface="Inter"/>
              <a:cs typeface="Inter"/>
              <a:sym typeface="Inter"/>
            </a:endParaRPr>
          </a:p>
        </p:txBody>
      </p:sp>
      <p:pic>
        <p:nvPicPr>
          <p:cNvPr id="1297" name="Google Shape;1297;p96" title="magpie.png"/>
          <p:cNvPicPr preferRelativeResize="0"/>
          <p:nvPr/>
        </p:nvPicPr>
        <p:blipFill rotWithShape="1">
          <a:blip r:embed="rId8">
            <a:alphaModFix/>
          </a:blip>
          <a:srcRect b="0" l="0" r="0" t="0"/>
          <a:stretch/>
        </p:blipFill>
        <p:spPr>
          <a:xfrm>
            <a:off x="212749" y="748925"/>
            <a:ext cx="2357801" cy="11304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5"/>
                                        </p:tgtEl>
                                        <p:attrNameLst>
                                          <p:attrName>style.visibility</p:attrName>
                                        </p:attrNameLst>
                                      </p:cBhvr>
                                      <p:to>
                                        <p:strVal val="visible"/>
                                      </p:to>
                                    </p:set>
                                    <p:animEffect filter="fade" transition="in">
                                      <p:cBhvr>
                                        <p:cTn dur="1000"/>
                                        <p:tgtEl>
                                          <p:spTgt spid="1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1" name="Shape 1301"/>
        <p:cNvGrpSpPr/>
        <p:nvPr/>
      </p:nvGrpSpPr>
      <p:grpSpPr>
        <a:xfrm>
          <a:off x="0" y="0"/>
          <a:ext cx="0" cy="0"/>
          <a:chOff x="0" y="0"/>
          <a:chExt cx="0" cy="0"/>
        </a:xfrm>
      </p:grpSpPr>
      <p:cxnSp>
        <p:nvCxnSpPr>
          <p:cNvPr id="1302" name="Google Shape;1302;p97"/>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303" name="Google Shape;1303;p97"/>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304" name="Google Shape;1304;p97"/>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305" name="Google Shape;1305;p97"/>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WHAT IS WELLNESS</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CEILING?</a:t>
            </a:r>
            <a:endParaRPr b="1" i="0" sz="2800" u="none" cap="none" strike="noStrike">
              <a:solidFill>
                <a:schemeClr val="dk1"/>
              </a:solidFill>
              <a:latin typeface="Inter"/>
              <a:ea typeface="Inter"/>
              <a:cs typeface="Inter"/>
              <a:sym typeface="Inter"/>
            </a:endParaRPr>
          </a:p>
        </p:txBody>
      </p:sp>
      <p:sp>
        <p:nvSpPr>
          <p:cNvPr id="1306" name="Google Shape;1306;p97"/>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307" name="Google Shape;1307;p97"/>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08" name="Google Shape;1308;p97"/>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09" name="Google Shape;1309;p97"/>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10" name="Google Shape;1310;p97"/>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311" name="Google Shape;1311;p97"/>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312" name="Google Shape;1312;p97"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313" name="Google Shape;1313;p97"/>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314" name="Google Shape;1314;p97"/>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315" name="Google Shape;1315;p97"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Bringing the Power of Sun Indoors with Sunrooof by Magppie" id="1316" name="Google Shape;1316;p97" title="What is Wellness Ceiling?">
            <a:hlinkClick r:id="rId6"/>
          </p:cNvPr>
          <p:cNvPicPr preferRelativeResize="0"/>
          <p:nvPr/>
        </p:nvPicPr>
        <p:blipFill rotWithShape="1">
          <a:blip r:embed="rId7">
            <a:alphaModFix/>
          </a:blip>
          <a:srcRect b="0" l="0" r="0" t="0"/>
          <a:stretch/>
        </p:blipFill>
        <p:spPr>
          <a:xfrm>
            <a:off x="3185700" y="1178988"/>
            <a:ext cx="5745925" cy="3232075"/>
          </a:xfrm>
          <a:prstGeom prst="rect">
            <a:avLst/>
          </a:prstGeom>
          <a:noFill/>
          <a:ln>
            <a:noFill/>
          </a:ln>
        </p:spPr>
      </p:pic>
      <p:pic>
        <p:nvPicPr>
          <p:cNvPr id="1317" name="Google Shape;1317;p97" title="magpie.png"/>
          <p:cNvPicPr preferRelativeResize="0"/>
          <p:nvPr/>
        </p:nvPicPr>
        <p:blipFill rotWithShape="1">
          <a:blip r:embed="rId8">
            <a:alphaModFix/>
          </a:blip>
          <a:srcRect b="0" l="0" r="0" t="0"/>
          <a:stretch/>
        </p:blipFill>
        <p:spPr>
          <a:xfrm>
            <a:off x="212749" y="748925"/>
            <a:ext cx="2357801" cy="11304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6"/>
                                        </p:tgtEl>
                                        <p:attrNameLst>
                                          <p:attrName>style.visibility</p:attrName>
                                        </p:attrNameLst>
                                      </p:cBhvr>
                                      <p:to>
                                        <p:strVal val="visible"/>
                                      </p:to>
                                    </p:set>
                                    <p:animEffect filter="fade" transition="in">
                                      <p:cBhvr>
                                        <p:cTn dur="1000"/>
                                        <p:tgtEl>
                                          <p:spTgt spid="1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1" name="Shape 1321"/>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5" name="Shape 1325"/>
        <p:cNvGrpSpPr/>
        <p:nvPr/>
      </p:nvGrpSpPr>
      <p:grpSpPr>
        <a:xfrm>
          <a:off x="0" y="0"/>
          <a:ext cx="0" cy="0"/>
          <a:chOff x="0" y="0"/>
          <a:chExt cx="0" cy="0"/>
        </a:xfrm>
      </p:grpSpPr>
      <p:cxnSp>
        <p:nvCxnSpPr>
          <p:cNvPr id="1326" name="Google Shape;1326;p99"/>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327" name="Google Shape;1327;p99"/>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328" name="Google Shape;1328;p99"/>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329" name="Google Shape;1329;p99"/>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Inter"/>
                <a:ea typeface="Inter"/>
                <a:cs typeface="Inter"/>
                <a:sym typeface="Inter"/>
              </a:rPr>
              <a:t>WORLD’S FIRST</a:t>
            </a:r>
            <a:endParaRPr b="1" i="0" sz="2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Inter"/>
                <a:ea typeface="Inter"/>
                <a:cs typeface="Inter"/>
                <a:sym typeface="Inter"/>
              </a:rPr>
              <a:t>DIWALI INTERACTIVE AD</a:t>
            </a:r>
            <a:endParaRPr b="1" i="0" sz="2500" u="none" cap="none" strike="noStrike">
              <a:solidFill>
                <a:schemeClr val="dk1"/>
              </a:solidFill>
              <a:latin typeface="Inter"/>
              <a:ea typeface="Inter"/>
              <a:cs typeface="Inter"/>
              <a:sym typeface="Inter"/>
            </a:endParaRPr>
          </a:p>
        </p:txBody>
      </p:sp>
      <p:sp>
        <p:nvSpPr>
          <p:cNvPr id="1330" name="Google Shape;1330;p99"/>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331" name="Google Shape;1331;p99"/>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32" name="Google Shape;1332;p99"/>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33" name="Google Shape;1333;p99"/>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34" name="Google Shape;1334;p99"/>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335" name="Google Shape;1335;p99"/>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336" name="Google Shape;1336;p99"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337" name="Google Shape;1337;p99"/>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338" name="Google Shape;1338;p99"/>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339" name="Google Shape;1339;p99"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This Diwali, experience a 'Classic Twist' with the 'World's First Interactive Diwali Ad' by India Gate Foods!&#10;Enjoy a Classic Biryani and make a #ClassicRishta with your close ones. Happy Diwali from India Gate Foods!" id="1340" name="Google Shape;1340;p99" title="World's First Interactive Diwali Ad with a #ClassicTwist">
            <a:hlinkClick r:id="rId6"/>
          </p:cNvPr>
          <p:cNvPicPr preferRelativeResize="0"/>
          <p:nvPr/>
        </p:nvPicPr>
        <p:blipFill rotWithShape="1">
          <a:blip r:embed="rId7">
            <a:alphaModFix/>
          </a:blip>
          <a:srcRect b="0" l="0" r="0" t="0"/>
          <a:stretch/>
        </p:blipFill>
        <p:spPr>
          <a:xfrm>
            <a:off x="3185700" y="1127663"/>
            <a:ext cx="5671250" cy="3232075"/>
          </a:xfrm>
          <a:prstGeom prst="rect">
            <a:avLst/>
          </a:prstGeom>
          <a:noFill/>
          <a:ln>
            <a:noFill/>
          </a:ln>
        </p:spPr>
      </p:pic>
      <p:pic>
        <p:nvPicPr>
          <p:cNvPr id="1341" name="Google Shape;1341;p99" title="india gate.png"/>
          <p:cNvPicPr preferRelativeResize="0"/>
          <p:nvPr/>
        </p:nvPicPr>
        <p:blipFill rotWithShape="1">
          <a:blip r:embed="rId8">
            <a:alphaModFix/>
          </a:blip>
          <a:srcRect b="0" l="0" r="0" t="0"/>
          <a:stretch/>
        </p:blipFill>
        <p:spPr>
          <a:xfrm>
            <a:off x="-359412" y="608375"/>
            <a:ext cx="2089472" cy="1001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0"/>
                                        </p:tgtEl>
                                        <p:attrNameLst>
                                          <p:attrName>style.visibility</p:attrName>
                                        </p:attrNameLst>
                                      </p:cBhvr>
                                      <p:to>
                                        <p:strVal val="visible"/>
                                      </p:to>
                                    </p:set>
                                    <p:animEffect filter="fade" transition="in">
                                      <p:cBhvr>
                                        <p:cTn dur="1000"/>
                                        <p:tgtEl>
                                          <p:spTgt spid="13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5" name="Shape 1345"/>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9" name="Shape 1349"/>
        <p:cNvGrpSpPr/>
        <p:nvPr/>
      </p:nvGrpSpPr>
      <p:grpSpPr>
        <a:xfrm>
          <a:off x="0" y="0"/>
          <a:ext cx="0" cy="0"/>
          <a:chOff x="0" y="0"/>
          <a:chExt cx="0" cy="0"/>
        </a:xfrm>
      </p:grpSpPr>
      <p:cxnSp>
        <p:nvCxnSpPr>
          <p:cNvPr id="1350" name="Google Shape;1350;p101"/>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351" name="Google Shape;1351;p101"/>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352" name="Google Shape;1352;p101"/>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353" name="Google Shape;1353;p101"/>
          <p:cNvSpPr txBox="1"/>
          <p:nvPr/>
        </p:nvSpPr>
        <p:spPr>
          <a:xfrm>
            <a:off x="288625" y="2143638"/>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LET’S BUILD A HOME</a:t>
            </a:r>
            <a:endParaRPr b="1" i="0" sz="2800" u="none" cap="none" strike="noStrike">
              <a:solidFill>
                <a:schemeClr val="dk1"/>
              </a:solidFill>
              <a:latin typeface="Inter"/>
              <a:ea typeface="Inter"/>
              <a:cs typeface="Inter"/>
              <a:sym typeface="Inter"/>
            </a:endParaRPr>
          </a:p>
        </p:txBody>
      </p:sp>
      <p:sp>
        <p:nvSpPr>
          <p:cNvPr id="1354" name="Google Shape;1354;p101"/>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355" name="Google Shape;1355;p101"/>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56" name="Google Shape;1356;p101"/>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57" name="Google Shape;1357;p101"/>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58" name="Google Shape;1358;p101"/>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359" name="Google Shape;1359;p101"/>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360" name="Google Shape;1360;p101"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361" name="Google Shape;1361;p101"/>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362" name="Google Shape;1362;p101"/>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363" name="Google Shape;1363;p101"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Inspired by #rahuldravid ’s integrity, #buildAhome stands for homes built with purpose. Our 0 Subcontracting policy means no middlemen — only genuine craftsmanship and sustainable, Green Homes designed to last for generations.&#10;&#10;👉 Start your dream home journey today.&#10;📞 Call: +91 7090005600&#10;🌐 Visit: https://www.buildahome.in&#10;&#10;Follow us on:&#10;⚡Instagram: https://www.instagram.com/buildahome_...&#10;⚡Facebook:   / buildahome.in  &#10;⚡LinkedIn:    / build-a-home-official  &#10;&#10;#turnkeyhousebuilding #newhomeconstruction #homeconstruction  #houseconstruction #greenhome #ecofriendlyhouse #ecofriendlyhome #greenhomes #rahuldravid #thewall #dravid" id="1364" name="Google Shape;1364;p101" title="When Rahul Dravid Chooses Green Homes, You Know It’s Right!">
            <a:hlinkClick r:id="rId6"/>
          </p:cNvPr>
          <p:cNvPicPr preferRelativeResize="0"/>
          <p:nvPr/>
        </p:nvPicPr>
        <p:blipFill rotWithShape="1">
          <a:blip r:embed="rId7">
            <a:alphaModFix/>
          </a:blip>
          <a:srcRect b="0" l="0" r="0" t="0"/>
          <a:stretch/>
        </p:blipFill>
        <p:spPr>
          <a:xfrm>
            <a:off x="3185700" y="1207725"/>
            <a:ext cx="5671250" cy="3190078"/>
          </a:xfrm>
          <a:prstGeom prst="rect">
            <a:avLst/>
          </a:prstGeom>
          <a:noFill/>
          <a:ln>
            <a:noFill/>
          </a:ln>
        </p:spPr>
      </p:pic>
      <p:pic>
        <p:nvPicPr>
          <p:cNvPr id="1365" name="Google Shape;1365;p101" title="build a home.png"/>
          <p:cNvPicPr preferRelativeResize="0"/>
          <p:nvPr/>
        </p:nvPicPr>
        <p:blipFill rotWithShape="1">
          <a:blip r:embed="rId8">
            <a:alphaModFix/>
          </a:blip>
          <a:srcRect b="0" l="0" r="0" t="0"/>
          <a:stretch/>
        </p:blipFill>
        <p:spPr>
          <a:xfrm>
            <a:off x="-522151" y="908179"/>
            <a:ext cx="2400751" cy="11510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4"/>
                                        </p:tgtEl>
                                        <p:attrNameLst>
                                          <p:attrName>style.visibility</p:attrName>
                                        </p:attrNameLst>
                                      </p:cBhvr>
                                      <p:to>
                                        <p:strVal val="visible"/>
                                      </p:to>
                                    </p:set>
                                    <p:animEffect filter="fade" transition="in">
                                      <p:cBhvr>
                                        <p:cTn dur="1000"/>
                                        <p:tgtEl>
                                          <p:spTgt spid="1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9" name="Shape 1369"/>
        <p:cNvGrpSpPr/>
        <p:nvPr/>
      </p:nvGrpSpPr>
      <p:grpSpPr>
        <a:xfrm>
          <a:off x="0" y="0"/>
          <a:ext cx="0" cy="0"/>
          <a:chOff x="0" y="0"/>
          <a:chExt cx="0" cy="0"/>
        </a:xfrm>
      </p:grpSpPr>
      <p:cxnSp>
        <p:nvCxnSpPr>
          <p:cNvPr id="1370" name="Google Shape;1370;p102"/>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371" name="Google Shape;1371;p102"/>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372" name="Google Shape;1372;p102"/>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373" name="Google Shape;1373;p102"/>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374" name="Google Shape;1374;p102"/>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75" name="Google Shape;1375;p102"/>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76" name="Google Shape;1376;p102"/>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77" name="Google Shape;1377;p102"/>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378" name="Google Shape;1378;p102"/>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379" name="Google Shape;1379;p102"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380" name="Google Shape;1380;p102"/>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381" name="Google Shape;1381;p102"/>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382" name="Google Shape;1382;p102"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Every dream homes deserve nothing less than a brand built on trust. With #rahuldravid Sir batting for buildAhome, every foundation begins with trust, and every home is a promise delivered. Banni, let’s #buildAhome.&#10;&#10;#turnkeyhouseconstruction #turnkeyhousebuilding #newhomeconstruction #homeconstruction  #hometour #luxuryhomes  #greenhomes  #ecofriendlyhouse #ecofriendlyhome #greenhomes #rahuldravid #dravid #thewall &#10;&#10;Our Building Packages: https://www.buildahome.in/packages&#10;&#10;Visit Our Website:- www.buildahome.in&#10;Contact us on:- +9170900-05600&#10;Email us at:- contact@buildahome.in&#10;&#10;Follow us on:&#10;Instagram: https://www.instagram.com/buildahome_official/?hl=en&#10;Facebook: https://www.facebook.com/buildahome.in/&#10;LinkedIn:  https://www.linkedin.com/company/build-a-home-official/" id="1383" name="Google Shape;1383;p102" title="Home,  guaranteed. ✅  buildAhome X Rahul Dravid">
            <a:hlinkClick r:id="rId6"/>
          </p:cNvPr>
          <p:cNvPicPr preferRelativeResize="0"/>
          <p:nvPr/>
        </p:nvPicPr>
        <p:blipFill rotWithShape="1">
          <a:blip r:embed="rId7">
            <a:alphaModFix/>
          </a:blip>
          <a:srcRect b="0" l="0" r="0" t="0"/>
          <a:stretch/>
        </p:blipFill>
        <p:spPr>
          <a:xfrm>
            <a:off x="3185700" y="1205288"/>
            <a:ext cx="5671250" cy="3190078"/>
          </a:xfrm>
          <a:prstGeom prst="rect">
            <a:avLst/>
          </a:prstGeom>
          <a:noFill/>
          <a:ln>
            <a:noFill/>
          </a:ln>
        </p:spPr>
      </p:pic>
      <p:sp>
        <p:nvSpPr>
          <p:cNvPr id="1384" name="Google Shape;1384;p102"/>
          <p:cNvSpPr txBox="1"/>
          <p:nvPr/>
        </p:nvSpPr>
        <p:spPr>
          <a:xfrm>
            <a:off x="288625" y="2143638"/>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LET’S BUILD A HOME</a:t>
            </a:r>
            <a:endParaRPr b="1" i="0" sz="2800" u="none" cap="none" strike="noStrike">
              <a:solidFill>
                <a:schemeClr val="dk1"/>
              </a:solidFill>
              <a:latin typeface="Inter"/>
              <a:ea typeface="Inter"/>
              <a:cs typeface="Inter"/>
              <a:sym typeface="Inter"/>
            </a:endParaRPr>
          </a:p>
        </p:txBody>
      </p:sp>
      <p:pic>
        <p:nvPicPr>
          <p:cNvPr id="1385" name="Google Shape;1385;p102" title="build a home.png"/>
          <p:cNvPicPr preferRelativeResize="0"/>
          <p:nvPr/>
        </p:nvPicPr>
        <p:blipFill rotWithShape="1">
          <a:blip r:embed="rId8">
            <a:alphaModFix/>
          </a:blip>
          <a:srcRect b="0" l="0" r="0" t="0"/>
          <a:stretch/>
        </p:blipFill>
        <p:spPr>
          <a:xfrm>
            <a:off x="-522151" y="908179"/>
            <a:ext cx="2400751" cy="11510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3"/>
                                        </p:tgtEl>
                                        <p:attrNameLst>
                                          <p:attrName>style.visibility</p:attrName>
                                        </p:attrNameLst>
                                      </p:cBhvr>
                                      <p:to>
                                        <p:strVal val="visible"/>
                                      </p:to>
                                    </p:set>
                                    <p:animEffect filter="fade" transition="in">
                                      <p:cBhvr>
                                        <p:cTn dur="1000"/>
                                        <p:tgtEl>
                                          <p:spTgt spid="1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89" name="Shape 1389"/>
        <p:cNvGrpSpPr/>
        <p:nvPr/>
      </p:nvGrpSpPr>
      <p:grpSpPr>
        <a:xfrm>
          <a:off x="0" y="0"/>
          <a:ext cx="0" cy="0"/>
          <a:chOff x="0" y="0"/>
          <a:chExt cx="0" cy="0"/>
        </a:xfrm>
      </p:grpSpPr>
      <p:cxnSp>
        <p:nvCxnSpPr>
          <p:cNvPr id="1390" name="Google Shape;1390;p103"/>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391" name="Google Shape;1391;p103"/>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392" name="Google Shape;1392;p103"/>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393" name="Google Shape;1393;p103"/>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394" name="Google Shape;1394;p103"/>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95" name="Google Shape;1395;p103"/>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96" name="Google Shape;1396;p103"/>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397" name="Google Shape;1397;p103"/>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398" name="Google Shape;1398;p103"/>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399" name="Google Shape;1399;p103"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400" name="Google Shape;1400;p103"/>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401" name="Google Shape;1401;p103"/>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402" name="Google Shape;1402;p103"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Building a home is a once-in-a-lifetime journey — it deserves the same discipline, trust, and commitment that #RahulDravid stands for. &#10;&#10;At #buildAhome, we bring that very spirit into construction with premium quality, transparent processes, and on-time delivery. Every dream deserves a strong foundation, and we ensure yours is built to last for generations.&#10;&#10;👉 Start your dream home journey today.&#10;📞 Call: +91 7090005600&#10;🌐 Visit: https://www.buildahome.in&#10;&#10;Follow us on:&#10;⚡Instagram: https://www.instagram.com/buildahome_official/?hl=en&#10;⚡Facebook: https://www.facebook.com/buildahome.in/&#10;⚡LinkedIn:  https://www.linkedin.com/company/build-a-home-official/&#10;&#10;#turnkeyhousebuilding #newhomeconstruction #homeconstruction  #houseconstruction #greenhome #ecofriendlyhouse #ecofriendlyhome #greenhomes #rahuldravid #thewall #dravid" id="1403" name="Google Shape;1403;p103" title="Rahul Dravid Stands for Quality Homes | buildAhome">
            <a:hlinkClick r:id="rId6"/>
          </p:cNvPr>
          <p:cNvPicPr preferRelativeResize="0"/>
          <p:nvPr/>
        </p:nvPicPr>
        <p:blipFill rotWithShape="1">
          <a:blip r:embed="rId7">
            <a:alphaModFix/>
          </a:blip>
          <a:srcRect b="0" l="0" r="0" t="0"/>
          <a:stretch/>
        </p:blipFill>
        <p:spPr>
          <a:xfrm>
            <a:off x="3185700" y="1194350"/>
            <a:ext cx="5671250" cy="3197725"/>
          </a:xfrm>
          <a:prstGeom prst="rect">
            <a:avLst/>
          </a:prstGeom>
          <a:noFill/>
          <a:ln>
            <a:noFill/>
          </a:ln>
        </p:spPr>
      </p:pic>
      <p:sp>
        <p:nvSpPr>
          <p:cNvPr id="1404" name="Google Shape;1404;p103"/>
          <p:cNvSpPr txBox="1"/>
          <p:nvPr/>
        </p:nvSpPr>
        <p:spPr>
          <a:xfrm>
            <a:off x="288625" y="2143638"/>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LET’S BUILD A HOME</a:t>
            </a:r>
            <a:endParaRPr b="1" i="0" sz="2800" u="none" cap="none" strike="noStrike">
              <a:solidFill>
                <a:schemeClr val="dk1"/>
              </a:solidFill>
              <a:latin typeface="Inter"/>
              <a:ea typeface="Inter"/>
              <a:cs typeface="Inter"/>
              <a:sym typeface="Inter"/>
            </a:endParaRPr>
          </a:p>
        </p:txBody>
      </p:sp>
      <p:pic>
        <p:nvPicPr>
          <p:cNvPr id="1405" name="Google Shape;1405;p103" title="build a home.png"/>
          <p:cNvPicPr preferRelativeResize="0"/>
          <p:nvPr/>
        </p:nvPicPr>
        <p:blipFill rotWithShape="1">
          <a:blip r:embed="rId8">
            <a:alphaModFix/>
          </a:blip>
          <a:srcRect b="0" l="0" r="0" t="0"/>
          <a:stretch/>
        </p:blipFill>
        <p:spPr>
          <a:xfrm>
            <a:off x="-522151" y="908179"/>
            <a:ext cx="2400751" cy="11510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3"/>
                                        </p:tgtEl>
                                        <p:attrNameLst>
                                          <p:attrName>style.visibility</p:attrName>
                                        </p:attrNameLst>
                                      </p:cBhvr>
                                      <p:to>
                                        <p:strVal val="visible"/>
                                      </p:to>
                                    </p:set>
                                    <p:animEffect filter="fade" transition="in">
                                      <p:cBhvr>
                                        <p:cTn dur="1000"/>
                                        <p:tgtEl>
                                          <p:spTgt spid="1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9" name="Shape 1409"/>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3" name="Shape 1413"/>
        <p:cNvGrpSpPr/>
        <p:nvPr/>
      </p:nvGrpSpPr>
      <p:grpSpPr>
        <a:xfrm>
          <a:off x="0" y="0"/>
          <a:ext cx="0" cy="0"/>
          <a:chOff x="0" y="0"/>
          <a:chExt cx="0" cy="0"/>
        </a:xfrm>
      </p:grpSpPr>
      <p:cxnSp>
        <p:nvCxnSpPr>
          <p:cNvPr id="1414" name="Google Shape;1414;p105"/>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415" name="Google Shape;1415;p105"/>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416" name="Google Shape;1416;p105"/>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417" name="Google Shape;1417;p105"/>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418" name="Google Shape;1418;p105"/>
          <p:cNvSpPr txBox="1"/>
          <p:nvPr/>
        </p:nvSpPr>
        <p:spPr>
          <a:xfrm>
            <a:off x="288625" y="203197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INDEX FUNDS,</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COPY PASTE</a:t>
            </a:r>
            <a:endParaRPr b="1" i="0" sz="2800" u="none" cap="none" strike="noStrike">
              <a:solidFill>
                <a:schemeClr val="dk1"/>
              </a:solidFill>
              <a:latin typeface="Inter"/>
              <a:ea typeface="Inter"/>
              <a:cs typeface="Inter"/>
              <a:sym typeface="Inter"/>
            </a:endParaRPr>
          </a:p>
        </p:txBody>
      </p:sp>
      <p:sp>
        <p:nvSpPr>
          <p:cNvPr id="1419" name="Google Shape;1419;p105"/>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20" name="Google Shape;1420;p105"/>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21" name="Google Shape;1421;p105"/>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22" name="Google Shape;1422;p105"/>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423" name="Google Shape;1423;p105"/>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424" name="Google Shape;1424;p105"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425" name="Google Shape;1425;p105"/>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426" name="Google Shape;1426;p105"/>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427" name="Google Shape;1427;p105"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We all Copy-Paste. That reel dance step? Copy-Paste. Your friend’s skincare hack? Copy-Paste. A workout routine? Copy-Paste. Turns out, investing can be just as simple.&#10;&#10;With Index Funds, you simply copy-paste the market’s performance, keeping it simple, low-cost, and effortless.&#10;&#10;Try it for yourself: https://bandhanmutual.com/Index-funds/&#10;&#10;#BandhanMF #CopyPaste #IndexFunds" id="1428" name="Google Shape;1428;p105" title="Index Funds, Copy-Paste I Bandhan Mutual Fund">
            <a:hlinkClick r:id="rId6"/>
          </p:cNvPr>
          <p:cNvPicPr preferRelativeResize="0"/>
          <p:nvPr/>
        </p:nvPicPr>
        <p:blipFill rotWithShape="1">
          <a:blip r:embed="rId7">
            <a:alphaModFix/>
          </a:blip>
          <a:srcRect b="0" l="0" r="0" t="0"/>
          <a:stretch/>
        </p:blipFill>
        <p:spPr>
          <a:xfrm>
            <a:off x="3185700" y="1197188"/>
            <a:ext cx="5671250" cy="3190078"/>
          </a:xfrm>
          <a:prstGeom prst="rect">
            <a:avLst/>
          </a:prstGeom>
          <a:noFill/>
          <a:ln>
            <a:noFill/>
          </a:ln>
        </p:spPr>
      </p:pic>
      <p:pic>
        <p:nvPicPr>
          <p:cNvPr id="1429" name="Google Shape;1429;p105" title="bandhan mutual fund.png"/>
          <p:cNvPicPr preferRelativeResize="0"/>
          <p:nvPr/>
        </p:nvPicPr>
        <p:blipFill rotWithShape="1">
          <a:blip r:embed="rId8">
            <a:alphaModFix/>
          </a:blip>
          <a:srcRect b="0" l="0" r="0" t="0"/>
          <a:stretch/>
        </p:blipFill>
        <p:spPr>
          <a:xfrm>
            <a:off x="63200" y="1023725"/>
            <a:ext cx="2393498" cy="1147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8"/>
                                        </p:tgtEl>
                                        <p:attrNameLst>
                                          <p:attrName>style.visibility</p:attrName>
                                        </p:attrNameLst>
                                      </p:cBhvr>
                                      <p:to>
                                        <p:strVal val="visible"/>
                                      </p:to>
                                    </p:set>
                                    <p:animEffect filter="fade" transition="in">
                                      <p:cBhvr>
                                        <p:cTn dur="1000"/>
                                        <p:tgtEl>
                                          <p:spTgt spid="14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33" name="Shape 1433"/>
        <p:cNvGrpSpPr/>
        <p:nvPr/>
      </p:nvGrpSpPr>
      <p:grpSpPr>
        <a:xfrm>
          <a:off x="0" y="0"/>
          <a:ext cx="0" cy="0"/>
          <a:chOff x="0" y="0"/>
          <a:chExt cx="0" cy="0"/>
        </a:xfrm>
      </p:grpSpPr>
      <p:cxnSp>
        <p:nvCxnSpPr>
          <p:cNvPr id="1434" name="Google Shape;1434;p106"/>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435" name="Google Shape;1435;p106"/>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436" name="Google Shape;1436;p106"/>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437" name="Google Shape;1437;p106"/>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438" name="Google Shape;1438;p106"/>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39" name="Google Shape;1439;p106"/>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40" name="Google Shape;1440;p106"/>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41" name="Google Shape;1441;p106"/>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442" name="Google Shape;1442;p106"/>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443" name="Google Shape;1443;p106"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444" name="Google Shape;1444;p106"/>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445" name="Google Shape;1445;p106"/>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446" name="Google Shape;1446;p106"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During the festive sale season, has an ad ever whispered wisdom to you? Has it spoken sense to you? If the answer is nai, then it's time to hear #AdsKiSuno&#10;&#10;The ads have spoken. Your turn. Make the smarter move with your money.&#10;👉 bandhanmutual.com/campaign/ads-ki-suno&#10;&#10;#BandhanMF #Diwali2025" id="1447" name="Google Shape;1447;p106" title="Ads Ki Suno l Bandhan Mutual Fund">
            <a:hlinkClick r:id="rId6"/>
          </p:cNvPr>
          <p:cNvPicPr preferRelativeResize="0"/>
          <p:nvPr/>
        </p:nvPicPr>
        <p:blipFill rotWithShape="1">
          <a:blip r:embed="rId7">
            <a:alphaModFix/>
          </a:blip>
          <a:srcRect b="0" l="0" r="0" t="0"/>
          <a:stretch/>
        </p:blipFill>
        <p:spPr>
          <a:xfrm>
            <a:off x="3185700" y="1216800"/>
            <a:ext cx="5671250" cy="3190078"/>
          </a:xfrm>
          <a:prstGeom prst="rect">
            <a:avLst/>
          </a:prstGeom>
          <a:noFill/>
          <a:ln>
            <a:noFill/>
          </a:ln>
        </p:spPr>
      </p:pic>
      <p:sp>
        <p:nvSpPr>
          <p:cNvPr id="1448" name="Google Shape;1448;p106"/>
          <p:cNvSpPr txBox="1"/>
          <p:nvPr/>
        </p:nvSpPr>
        <p:spPr>
          <a:xfrm>
            <a:off x="288625" y="242762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ADS KI SUNO</a:t>
            </a:r>
            <a:endParaRPr b="1" i="0" sz="2800" u="none" cap="none" strike="noStrike">
              <a:solidFill>
                <a:schemeClr val="dk1"/>
              </a:solidFill>
              <a:latin typeface="Inter"/>
              <a:ea typeface="Inter"/>
              <a:cs typeface="Inter"/>
              <a:sym typeface="Inter"/>
            </a:endParaRPr>
          </a:p>
        </p:txBody>
      </p:sp>
      <p:pic>
        <p:nvPicPr>
          <p:cNvPr id="1449" name="Google Shape;1449;p106" title="bandhan mutual fund.png"/>
          <p:cNvPicPr preferRelativeResize="0"/>
          <p:nvPr/>
        </p:nvPicPr>
        <p:blipFill rotWithShape="1">
          <a:blip r:embed="rId8">
            <a:alphaModFix/>
          </a:blip>
          <a:srcRect b="0" l="0" r="0" t="0"/>
          <a:stretch/>
        </p:blipFill>
        <p:spPr>
          <a:xfrm>
            <a:off x="63200" y="1373700"/>
            <a:ext cx="2393498" cy="1147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7"/>
                                        </p:tgtEl>
                                        <p:attrNameLst>
                                          <p:attrName>style.visibility</p:attrName>
                                        </p:attrNameLst>
                                      </p:cBhvr>
                                      <p:to>
                                        <p:strVal val="visible"/>
                                      </p:to>
                                    </p:set>
                                    <p:animEffect filter="fade" transition="in">
                                      <p:cBhvr>
                                        <p:cTn dur="1000"/>
                                        <p:tgtEl>
                                          <p:spTgt spid="1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3" name="Shape 1453"/>
        <p:cNvGrpSpPr/>
        <p:nvPr/>
      </p:nvGrpSpPr>
      <p:grpSpPr>
        <a:xfrm>
          <a:off x="0" y="0"/>
          <a:ext cx="0" cy="0"/>
          <a:chOff x="0" y="0"/>
          <a:chExt cx="0" cy="0"/>
        </a:xfrm>
      </p:grpSpPr>
      <p:cxnSp>
        <p:nvCxnSpPr>
          <p:cNvPr id="1454" name="Google Shape;1454;p107"/>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455" name="Google Shape;1455;p107"/>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456" name="Google Shape;1456;p107"/>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457" name="Google Shape;1457;p107"/>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458" name="Google Shape;1458;p107"/>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59" name="Google Shape;1459;p107"/>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60" name="Google Shape;1460;p107"/>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61" name="Google Shape;1461;p107"/>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462" name="Google Shape;1462;p107"/>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463" name="Google Shape;1463;p107"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464" name="Google Shape;1464;p107"/>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465" name="Google Shape;1465;p107"/>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466" name="Google Shape;1466;p107"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15th August 1947. We all know this as a historic date when India earned its freedom. Freedom then came from consistent daily effort. What if this historic number could serve as a reminder everyday towards achieving your financial freedom? &#10;&#10;Watch the film and download the Bandhan Mutual Fund App now. &#10;Your financial independence awaits.&#10; &#10;#BandhanMF #FreedomAt1947 #IndependenceDay #FinancialIndependence #BadhteRaho" id="1467" name="Google Shape;1467;p107" title="Freedom At 1947 l Independence Day l Bandhan Mutual Fund">
            <a:hlinkClick r:id="rId6"/>
          </p:cNvPr>
          <p:cNvPicPr preferRelativeResize="0"/>
          <p:nvPr/>
        </p:nvPicPr>
        <p:blipFill rotWithShape="1">
          <a:blip r:embed="rId7">
            <a:alphaModFix/>
          </a:blip>
          <a:srcRect b="0" l="0" r="0" t="0"/>
          <a:stretch/>
        </p:blipFill>
        <p:spPr>
          <a:xfrm>
            <a:off x="3185700" y="1179438"/>
            <a:ext cx="5671250" cy="3278525"/>
          </a:xfrm>
          <a:prstGeom prst="rect">
            <a:avLst/>
          </a:prstGeom>
          <a:noFill/>
          <a:ln>
            <a:noFill/>
          </a:ln>
        </p:spPr>
      </p:pic>
      <p:sp>
        <p:nvSpPr>
          <p:cNvPr id="1468" name="Google Shape;1468;p107"/>
          <p:cNvSpPr txBox="1"/>
          <p:nvPr/>
        </p:nvSpPr>
        <p:spPr>
          <a:xfrm>
            <a:off x="288625" y="2109088"/>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FREEDOM AT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1947</a:t>
            </a:r>
            <a:endParaRPr b="1" i="0" sz="2800" u="none" cap="none" strike="noStrike">
              <a:solidFill>
                <a:schemeClr val="dk1"/>
              </a:solidFill>
              <a:latin typeface="Inter"/>
              <a:ea typeface="Inter"/>
              <a:cs typeface="Inter"/>
              <a:sym typeface="Inter"/>
            </a:endParaRPr>
          </a:p>
        </p:txBody>
      </p:sp>
      <p:pic>
        <p:nvPicPr>
          <p:cNvPr id="1469" name="Google Shape;1469;p107" title="bandhan mutual fund.png"/>
          <p:cNvPicPr preferRelativeResize="0"/>
          <p:nvPr/>
        </p:nvPicPr>
        <p:blipFill rotWithShape="1">
          <a:blip r:embed="rId8">
            <a:alphaModFix/>
          </a:blip>
          <a:srcRect b="0" l="0" r="0" t="0"/>
          <a:stretch/>
        </p:blipFill>
        <p:spPr>
          <a:xfrm>
            <a:off x="63200" y="1055163"/>
            <a:ext cx="2393498" cy="1147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7"/>
                                        </p:tgtEl>
                                        <p:attrNameLst>
                                          <p:attrName>style.visibility</p:attrName>
                                        </p:attrNameLst>
                                      </p:cBhvr>
                                      <p:to>
                                        <p:strVal val="visible"/>
                                      </p:to>
                                    </p:set>
                                    <p:animEffect filter="fade" transition="in">
                                      <p:cBhvr>
                                        <p:cTn dur="1000"/>
                                        <p:tgtEl>
                                          <p:spTgt spid="1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3" name="Shape 1473"/>
        <p:cNvGrpSpPr/>
        <p:nvPr/>
      </p:nvGrpSpPr>
      <p:grpSpPr>
        <a:xfrm>
          <a:off x="0" y="0"/>
          <a:ext cx="0" cy="0"/>
          <a:chOff x="0" y="0"/>
          <a:chExt cx="0" cy="0"/>
        </a:xfrm>
      </p:grpSpPr>
      <p:cxnSp>
        <p:nvCxnSpPr>
          <p:cNvPr id="1474" name="Google Shape;1474;p108"/>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475" name="Google Shape;1475;p108"/>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476" name="Google Shape;1476;p108"/>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477" name="Google Shape;1477;p108"/>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478" name="Google Shape;1478;p108"/>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79" name="Google Shape;1479;p108"/>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80" name="Google Shape;1480;p108"/>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81" name="Google Shape;1481;p108"/>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482" name="Google Shape;1482;p108"/>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483" name="Google Shape;1483;p108"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484" name="Google Shape;1484;p108"/>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485" name="Google Shape;1485;p108"/>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486" name="Google Shape;1486;p108"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Investing isn’t one-size-fits-all. Most financial calculators assume a linear journey, overlooking career breaks and maternity pauses. This Women's Day, Bandhan Mutual Fund presents https://bandhanmutual.com/campaign/the-equal-calculator/ an investment calculator that includes ‘break’ as an option, so everyone can plan their financial journey on their own terms.&#10;&#10; #BandhanMF #BadhteRaho #WomenDay #TheEqualCalculator #InvestmentRecalculated #FinancialPlanning" id="1487" name="Google Shape;1487;p108" title="Bandhan Mutual Fund I The Equal Calculator">
            <a:hlinkClick r:id="rId6"/>
          </p:cNvPr>
          <p:cNvPicPr preferRelativeResize="0"/>
          <p:nvPr/>
        </p:nvPicPr>
        <p:blipFill rotWithShape="1">
          <a:blip r:embed="rId7">
            <a:alphaModFix/>
          </a:blip>
          <a:srcRect b="0" l="0" r="0" t="0"/>
          <a:stretch/>
        </p:blipFill>
        <p:spPr>
          <a:xfrm>
            <a:off x="3185700" y="1158688"/>
            <a:ext cx="5635600" cy="3170025"/>
          </a:xfrm>
          <a:prstGeom prst="rect">
            <a:avLst/>
          </a:prstGeom>
          <a:noFill/>
          <a:ln>
            <a:noFill/>
          </a:ln>
        </p:spPr>
      </p:pic>
      <p:sp>
        <p:nvSpPr>
          <p:cNvPr id="1488" name="Google Shape;1488;p108"/>
          <p:cNvSpPr txBox="1"/>
          <p:nvPr/>
        </p:nvSpPr>
        <p:spPr>
          <a:xfrm>
            <a:off x="288625" y="2109088"/>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THE EQUAL</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CALCULATOR</a:t>
            </a:r>
            <a:endParaRPr b="1" i="0" sz="2800" u="none" cap="none" strike="noStrike">
              <a:solidFill>
                <a:schemeClr val="dk1"/>
              </a:solidFill>
              <a:latin typeface="Inter"/>
              <a:ea typeface="Inter"/>
              <a:cs typeface="Inter"/>
              <a:sym typeface="Inter"/>
            </a:endParaRPr>
          </a:p>
        </p:txBody>
      </p:sp>
      <p:pic>
        <p:nvPicPr>
          <p:cNvPr id="1489" name="Google Shape;1489;p108" title="bandhan mutual fund.png"/>
          <p:cNvPicPr preferRelativeResize="0"/>
          <p:nvPr/>
        </p:nvPicPr>
        <p:blipFill rotWithShape="1">
          <a:blip r:embed="rId8">
            <a:alphaModFix/>
          </a:blip>
          <a:srcRect b="0" l="0" r="0" t="0"/>
          <a:stretch/>
        </p:blipFill>
        <p:spPr>
          <a:xfrm>
            <a:off x="63200" y="1055163"/>
            <a:ext cx="2393498" cy="1147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7"/>
                                        </p:tgtEl>
                                        <p:attrNameLst>
                                          <p:attrName>style.visibility</p:attrName>
                                        </p:attrNameLst>
                                      </p:cBhvr>
                                      <p:to>
                                        <p:strVal val="visible"/>
                                      </p:to>
                                    </p:set>
                                    <p:animEffect filter="fade" transition="in">
                                      <p:cBhvr>
                                        <p:cTn dur="1000"/>
                                        <p:tgtEl>
                                          <p:spTgt spid="14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3" name="Shape 1493"/>
        <p:cNvGrpSpPr/>
        <p:nvPr/>
      </p:nvGrpSpPr>
      <p:grpSpPr>
        <a:xfrm>
          <a:off x="0" y="0"/>
          <a:ext cx="0" cy="0"/>
          <a:chOff x="0" y="0"/>
          <a:chExt cx="0" cy="0"/>
        </a:xfrm>
      </p:grpSpPr>
      <p:cxnSp>
        <p:nvCxnSpPr>
          <p:cNvPr id="1494" name="Google Shape;1494;p109"/>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495" name="Google Shape;1495;p109"/>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496" name="Google Shape;1496;p109"/>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497" name="Google Shape;1497;p109"/>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498" name="Google Shape;1498;p109"/>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499" name="Google Shape;1499;p109"/>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00" name="Google Shape;1500;p109"/>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01" name="Google Shape;1501;p109"/>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502" name="Google Shape;1502;p109"/>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503" name="Google Shape;1503;p109"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504" name="Google Shape;1504;p109"/>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505" name="Google Shape;1505;p109"/>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506" name="Google Shape;1506;p109"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We all plan for the future, but the thought of income stopping post-retirement can be unsettling. A Systematic Withdrawal Plan (SWP) helps ease that worry by providing a structured cash flow—allowing you to withdraw a salary-like income at regular intervals from your years of mutual fund investments, while the rest stays invested and gets a chance to grow. That’s why we call it the #SalaryWalaPlan!&#10;&#10;Want to see how SWP can work for you? Use our SWP Calculator to find out how much you could withdraw over time—and what your investment might be worth at the end: https://lnkd.in/d2Qgq2az&#10;&#10;Stay financially independent even after retirement! &#10;#BandhanMF #SalaryWalaPlan #SWP #SystematicWithdrawalPlan &#10;&#10;#SalaryWalaPlan is a creative representation of Systematic Withdrawal Plan (&quot;SWP&quot;), a feature offered by Mutual Fund Schemes.  SWP allows the Unitholders to withdraw a predetermined sum of money periodically from his investments in the Schemes. SWP is ideal for investors seeking a regular income stream for meeting their financial needs. It is also ideally suited for retirees or individuals who wish to invest lumpsum amount in Schemes and systematically withdraw from the investments over a period of time." id="1507" name="Google Shape;1507;p109" title="Bandhan Mutual Fund l Salary Wala Plan">
            <a:hlinkClick r:id="rId6"/>
          </p:cNvPr>
          <p:cNvPicPr preferRelativeResize="0"/>
          <p:nvPr/>
        </p:nvPicPr>
        <p:blipFill rotWithShape="1">
          <a:blip r:embed="rId7">
            <a:alphaModFix/>
          </a:blip>
          <a:srcRect b="0" l="0" r="0" t="0"/>
          <a:stretch/>
        </p:blipFill>
        <p:spPr>
          <a:xfrm>
            <a:off x="3185700" y="1158688"/>
            <a:ext cx="5635600" cy="3170025"/>
          </a:xfrm>
          <a:prstGeom prst="rect">
            <a:avLst/>
          </a:prstGeom>
          <a:noFill/>
          <a:ln>
            <a:noFill/>
          </a:ln>
        </p:spPr>
      </p:pic>
      <p:sp>
        <p:nvSpPr>
          <p:cNvPr id="1508" name="Google Shape;1508;p109"/>
          <p:cNvSpPr txBox="1"/>
          <p:nvPr/>
        </p:nvSpPr>
        <p:spPr>
          <a:xfrm>
            <a:off x="288625" y="2109088"/>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SALARY WALA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PLAN</a:t>
            </a:r>
            <a:endParaRPr b="1" i="0" sz="2800" u="none" cap="none" strike="noStrike">
              <a:solidFill>
                <a:schemeClr val="dk1"/>
              </a:solidFill>
              <a:latin typeface="Inter"/>
              <a:ea typeface="Inter"/>
              <a:cs typeface="Inter"/>
              <a:sym typeface="Inter"/>
            </a:endParaRPr>
          </a:p>
        </p:txBody>
      </p:sp>
      <p:pic>
        <p:nvPicPr>
          <p:cNvPr id="1509" name="Google Shape;1509;p109" title="bandhan mutual fund.png"/>
          <p:cNvPicPr preferRelativeResize="0"/>
          <p:nvPr/>
        </p:nvPicPr>
        <p:blipFill rotWithShape="1">
          <a:blip r:embed="rId8">
            <a:alphaModFix/>
          </a:blip>
          <a:srcRect b="0" l="0" r="0" t="0"/>
          <a:stretch/>
        </p:blipFill>
        <p:spPr>
          <a:xfrm>
            <a:off x="63200" y="1055163"/>
            <a:ext cx="2393498" cy="1147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7"/>
                                        </p:tgtEl>
                                        <p:attrNameLst>
                                          <p:attrName>style.visibility</p:attrName>
                                        </p:attrNameLst>
                                      </p:cBhvr>
                                      <p:to>
                                        <p:strVal val="visible"/>
                                      </p:to>
                                    </p:set>
                                    <p:animEffect filter="fade" transition="in">
                                      <p:cBhvr>
                                        <p:cTn dur="1000"/>
                                        <p:tgtEl>
                                          <p:spTgt spid="15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3" name="Shape 1513"/>
        <p:cNvGrpSpPr/>
        <p:nvPr/>
      </p:nvGrpSpPr>
      <p:grpSpPr>
        <a:xfrm>
          <a:off x="0" y="0"/>
          <a:ext cx="0" cy="0"/>
          <a:chOff x="0" y="0"/>
          <a:chExt cx="0" cy="0"/>
        </a:xfrm>
      </p:grpSpPr>
      <p:cxnSp>
        <p:nvCxnSpPr>
          <p:cNvPr id="1514" name="Google Shape;1514;p110"/>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515" name="Google Shape;1515;p110"/>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516" name="Google Shape;1516;p110"/>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517" name="Google Shape;1517;p110"/>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518" name="Google Shape;1518;p110"/>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19" name="Google Shape;1519;p110"/>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20" name="Google Shape;1520;p110"/>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21" name="Google Shape;1521;p110"/>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522" name="Google Shape;1522;p110"/>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523" name="Google Shape;1523;p110"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524" name="Google Shape;1524;p110"/>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525" name="Google Shape;1525;p110"/>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526" name="Google Shape;1526;p110"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 “Mera beta kuch nahi karta…”&#10;Would your parents ever say that—with pride? 🤔&#10;Akshay’s mom does. 😊&#10; &#10;Why? Because Akshay had a plan.&#10;He retired early from his 9-to-5 job to follow his dream of being a DJ—without giving up a regular salary-like income.&#10; &#10;With a Systematic Withdrawal Plan (SWP) you can get a salary-like income from your years of mutual fund investments—while the rest of the amount stays invested and gets a chance to grow.&#10; &#10;🎯 Try our SWP Calculator to see how it can work for you: https://bandhanmutual.com/iap/swp/ &#10; &#10;#BandhanMF #SalaryWalaPlan #SWP #SystematicWithdrawalPlan" id="1527" name="Google Shape;1527;p110" title="Bandhan Mutual Fund l Salary Wala Plan">
            <a:hlinkClick r:id="rId6"/>
          </p:cNvPr>
          <p:cNvPicPr preferRelativeResize="0"/>
          <p:nvPr/>
        </p:nvPicPr>
        <p:blipFill rotWithShape="1">
          <a:blip r:embed="rId7">
            <a:alphaModFix/>
          </a:blip>
          <a:srcRect b="0" l="0" r="0" t="0"/>
          <a:stretch/>
        </p:blipFill>
        <p:spPr>
          <a:xfrm>
            <a:off x="3185700" y="1197688"/>
            <a:ext cx="5635600" cy="3170025"/>
          </a:xfrm>
          <a:prstGeom prst="rect">
            <a:avLst/>
          </a:prstGeom>
          <a:noFill/>
          <a:ln>
            <a:noFill/>
          </a:ln>
        </p:spPr>
      </p:pic>
      <p:sp>
        <p:nvSpPr>
          <p:cNvPr id="1528" name="Google Shape;1528;p110"/>
          <p:cNvSpPr txBox="1"/>
          <p:nvPr/>
        </p:nvSpPr>
        <p:spPr>
          <a:xfrm>
            <a:off x="288625" y="2109088"/>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SALARY WALA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PLAN</a:t>
            </a:r>
            <a:endParaRPr b="1" i="0" sz="2800" u="none" cap="none" strike="noStrike">
              <a:solidFill>
                <a:schemeClr val="dk1"/>
              </a:solidFill>
              <a:latin typeface="Inter"/>
              <a:ea typeface="Inter"/>
              <a:cs typeface="Inter"/>
              <a:sym typeface="Inter"/>
            </a:endParaRPr>
          </a:p>
        </p:txBody>
      </p:sp>
      <p:pic>
        <p:nvPicPr>
          <p:cNvPr id="1529" name="Google Shape;1529;p110" title="bandhan mutual fund.png"/>
          <p:cNvPicPr preferRelativeResize="0"/>
          <p:nvPr/>
        </p:nvPicPr>
        <p:blipFill rotWithShape="1">
          <a:blip r:embed="rId8">
            <a:alphaModFix/>
          </a:blip>
          <a:srcRect b="0" l="0" r="0" t="0"/>
          <a:stretch/>
        </p:blipFill>
        <p:spPr>
          <a:xfrm>
            <a:off x="63200" y="1055163"/>
            <a:ext cx="2393498" cy="1147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7"/>
                                        </p:tgtEl>
                                        <p:attrNameLst>
                                          <p:attrName>style.visibility</p:attrName>
                                        </p:attrNameLst>
                                      </p:cBhvr>
                                      <p:to>
                                        <p:strVal val="visible"/>
                                      </p:to>
                                    </p:set>
                                    <p:animEffect filter="fade" transition="in">
                                      <p:cBhvr>
                                        <p:cTn dur="1000"/>
                                        <p:tgtEl>
                                          <p:spTgt spid="15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3" name="Shape 1533"/>
        <p:cNvGrpSpPr/>
        <p:nvPr/>
      </p:nvGrpSpPr>
      <p:grpSpPr>
        <a:xfrm>
          <a:off x="0" y="0"/>
          <a:ext cx="0" cy="0"/>
          <a:chOff x="0" y="0"/>
          <a:chExt cx="0" cy="0"/>
        </a:xfrm>
      </p:grpSpPr>
      <p:cxnSp>
        <p:nvCxnSpPr>
          <p:cNvPr id="1534" name="Google Shape;1534;p111"/>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535" name="Google Shape;1535;p111"/>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536" name="Google Shape;1536;p111"/>
          <p:cNvSpPr txBox="1"/>
          <p:nvPr>
            <p:ph idx="1" type="subTitle"/>
          </p:nvPr>
        </p:nvSpPr>
        <p:spPr>
          <a:xfrm>
            <a:off x="284850" y="33931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537" name="Google Shape;1537;p111"/>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538" name="Google Shape;1538;p111"/>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39" name="Google Shape;1539;p111"/>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40" name="Google Shape;1540;p111"/>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41" name="Google Shape;1541;p111"/>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542" name="Google Shape;1542;p111"/>
          <p:cNvCxnSpPr/>
          <p:nvPr/>
        </p:nvCxnSpPr>
        <p:spPr>
          <a:xfrm>
            <a:off x="283850" y="3285969"/>
            <a:ext cx="3173400" cy="900"/>
          </a:xfrm>
          <a:prstGeom prst="straightConnector1">
            <a:avLst/>
          </a:prstGeom>
          <a:noFill/>
          <a:ln cap="flat" cmpd="sng" w="9525">
            <a:solidFill>
              <a:schemeClr val="dk1"/>
            </a:solidFill>
            <a:prstDash val="solid"/>
            <a:round/>
            <a:headEnd len="sm" w="sm" type="none"/>
            <a:tailEnd len="sm" w="sm" type="none"/>
          </a:ln>
        </p:spPr>
      </p:cxnSp>
      <p:pic>
        <p:nvPicPr>
          <p:cNvPr id="1543" name="Google Shape;1543;p111"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544" name="Google Shape;1544;p111"/>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545" name="Google Shape;1545;p111"/>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546" name="Google Shape;1546;p111"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Every festive sale, thousands of Indians impulsively buy things they never use. Let’s take a moment to reflect and spend wisely—investing in Mutual Funds that can truly add value in the future.&#10;&#10;#BandhanMF  #BadhteRaho" id="1547" name="Google Shape;1547;p111" title="Big Promises Made And Forgotten | Bandhan Mutual Fund | Badhte Raho">
            <a:hlinkClick r:id="rId6"/>
          </p:cNvPr>
          <p:cNvPicPr preferRelativeResize="0"/>
          <p:nvPr/>
        </p:nvPicPr>
        <p:blipFill rotWithShape="1">
          <a:blip r:embed="rId7">
            <a:alphaModFix/>
          </a:blip>
          <a:srcRect b="0" l="0" r="0" t="0"/>
          <a:stretch/>
        </p:blipFill>
        <p:spPr>
          <a:xfrm>
            <a:off x="3185700" y="1158688"/>
            <a:ext cx="5635600" cy="3170025"/>
          </a:xfrm>
          <a:prstGeom prst="rect">
            <a:avLst/>
          </a:prstGeom>
          <a:noFill/>
          <a:ln>
            <a:noFill/>
          </a:ln>
        </p:spPr>
      </p:pic>
      <p:sp>
        <p:nvSpPr>
          <p:cNvPr id="1548" name="Google Shape;1548;p111"/>
          <p:cNvSpPr txBox="1"/>
          <p:nvPr/>
        </p:nvSpPr>
        <p:spPr>
          <a:xfrm>
            <a:off x="288625" y="179547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BIG PROMISES</a:t>
            </a:r>
            <a:br>
              <a:rPr b="1" i="0" lang="en" sz="2800" u="none" cap="none" strike="noStrike">
                <a:solidFill>
                  <a:schemeClr val="dk1"/>
                </a:solidFill>
                <a:latin typeface="Inter"/>
                <a:ea typeface="Inter"/>
                <a:cs typeface="Inter"/>
                <a:sym typeface="Inter"/>
              </a:rPr>
            </a:br>
            <a:r>
              <a:rPr b="1" i="0" lang="en" sz="2800" u="none" cap="none" strike="noStrike">
                <a:solidFill>
                  <a:schemeClr val="dk1"/>
                </a:solidFill>
                <a:latin typeface="Inter"/>
                <a:ea typeface="Inter"/>
                <a:cs typeface="Inter"/>
                <a:sym typeface="Inter"/>
              </a:rPr>
              <a:t>MADE AND</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FORGOTTEN</a:t>
            </a:r>
            <a:endParaRPr b="1" i="0" sz="2800" u="none" cap="none" strike="noStrike">
              <a:solidFill>
                <a:schemeClr val="dk1"/>
              </a:solidFill>
              <a:latin typeface="Inter"/>
              <a:ea typeface="Inter"/>
              <a:cs typeface="Inter"/>
              <a:sym typeface="Inter"/>
            </a:endParaRPr>
          </a:p>
        </p:txBody>
      </p:sp>
      <p:pic>
        <p:nvPicPr>
          <p:cNvPr id="1549" name="Google Shape;1549;p111" title="bandhan mutual fund.png"/>
          <p:cNvPicPr preferRelativeResize="0"/>
          <p:nvPr/>
        </p:nvPicPr>
        <p:blipFill rotWithShape="1">
          <a:blip r:embed="rId8">
            <a:alphaModFix/>
          </a:blip>
          <a:srcRect b="0" l="0" r="0" t="0"/>
          <a:stretch/>
        </p:blipFill>
        <p:spPr>
          <a:xfrm>
            <a:off x="63200" y="741550"/>
            <a:ext cx="2393498" cy="1147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7"/>
                                        </p:tgtEl>
                                        <p:attrNameLst>
                                          <p:attrName>style.visibility</p:attrName>
                                        </p:attrNameLst>
                                      </p:cBhvr>
                                      <p:to>
                                        <p:strVal val="visible"/>
                                      </p:to>
                                    </p:set>
                                    <p:animEffect filter="fade" transition="in">
                                      <p:cBhvr>
                                        <p:cTn dur="1000"/>
                                        <p:tgtEl>
                                          <p:spTgt spid="15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3" name="Shape 1553"/>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57" name="Shape 1557"/>
        <p:cNvGrpSpPr/>
        <p:nvPr/>
      </p:nvGrpSpPr>
      <p:grpSpPr>
        <a:xfrm>
          <a:off x="0" y="0"/>
          <a:ext cx="0" cy="0"/>
          <a:chOff x="0" y="0"/>
          <a:chExt cx="0" cy="0"/>
        </a:xfrm>
      </p:grpSpPr>
      <p:cxnSp>
        <p:nvCxnSpPr>
          <p:cNvPr id="1558" name="Google Shape;1558;p113"/>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559" name="Google Shape;1559;p113"/>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560" name="Google Shape;1560;p113"/>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561" name="Google Shape;1561;p113"/>
          <p:cNvSpPr txBox="1"/>
          <p:nvPr/>
        </p:nvSpPr>
        <p:spPr>
          <a:xfrm>
            <a:off x="288625" y="21367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FIXED</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DEPOSIT</a:t>
            </a:r>
            <a:endParaRPr b="1" i="0" sz="2800" u="none" cap="none" strike="noStrike">
              <a:solidFill>
                <a:schemeClr val="dk1"/>
              </a:solidFill>
              <a:latin typeface="Inter"/>
              <a:ea typeface="Inter"/>
              <a:cs typeface="Inter"/>
              <a:sym typeface="Inter"/>
            </a:endParaRPr>
          </a:p>
        </p:txBody>
      </p:sp>
      <p:sp>
        <p:nvSpPr>
          <p:cNvPr id="1562" name="Google Shape;1562;p113"/>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563" name="Google Shape;1563;p113"/>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64" name="Google Shape;1564;p113"/>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65" name="Google Shape;1565;p113"/>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66" name="Google Shape;1566;p113"/>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567" name="Google Shape;1567;p113"/>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568" name="Google Shape;1568;p113"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569" name="Google Shape;1569;p113"/>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570" name="Google Shape;1570;p113"/>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571" name="Google Shape;1571;p113"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Markets may be unpredictable. Your savings don’t have to be! &#10;Secure them with Axis Bank Fixed Deposits because #SafeInvestingisSmartInvesting.&#10;&#10;Book now easily via UPI on open app by Axis Bank. Visit: https://digitalbanking.axisbank.com/vkyc-fd/user-journey &#10;&#10;#AxisBank #FixedDeposits &#10;*T&amp;C Apply" id="1572" name="Google Shape;1572;p113" title="Axis Bank | Fixed Deposits | #SafeInvestingIsSmartInvesting">
            <a:hlinkClick r:id="rId6"/>
          </p:cNvPr>
          <p:cNvPicPr preferRelativeResize="0"/>
          <p:nvPr/>
        </p:nvPicPr>
        <p:blipFill rotWithShape="1">
          <a:blip r:embed="rId7">
            <a:alphaModFix/>
          </a:blip>
          <a:srcRect b="0" l="0" r="0" t="0"/>
          <a:stretch/>
        </p:blipFill>
        <p:spPr>
          <a:xfrm>
            <a:off x="3185700" y="1206013"/>
            <a:ext cx="5671250" cy="3190078"/>
          </a:xfrm>
          <a:prstGeom prst="rect">
            <a:avLst/>
          </a:prstGeom>
          <a:noFill/>
          <a:ln>
            <a:noFill/>
          </a:ln>
        </p:spPr>
      </p:pic>
      <p:pic>
        <p:nvPicPr>
          <p:cNvPr descr="File:Axis Bank logo.svg - Wikimedia Commons" id="1573" name="Google Shape;1573;p113"/>
          <p:cNvPicPr preferRelativeResize="0"/>
          <p:nvPr/>
        </p:nvPicPr>
        <p:blipFill rotWithShape="1">
          <a:blip r:embed="rId8">
            <a:alphaModFix/>
          </a:blip>
          <a:srcRect b="0" l="0" r="0" t="0"/>
          <a:stretch/>
        </p:blipFill>
        <p:spPr>
          <a:xfrm>
            <a:off x="323525" y="1258824"/>
            <a:ext cx="2285700" cy="5935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2"/>
                                        </p:tgtEl>
                                        <p:attrNameLst>
                                          <p:attrName>style.visibility</p:attrName>
                                        </p:attrNameLst>
                                      </p:cBhvr>
                                      <p:to>
                                        <p:strVal val="visible"/>
                                      </p:to>
                                    </p:set>
                                    <p:animEffect filter="fade" transition="in">
                                      <p:cBhvr>
                                        <p:cTn dur="1000"/>
                                        <p:tgtEl>
                                          <p:spTgt spid="15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7" name="Shape 1577"/>
        <p:cNvGrpSpPr/>
        <p:nvPr/>
      </p:nvGrpSpPr>
      <p:grpSpPr>
        <a:xfrm>
          <a:off x="0" y="0"/>
          <a:ext cx="0" cy="0"/>
          <a:chOff x="0" y="0"/>
          <a:chExt cx="0" cy="0"/>
        </a:xfrm>
      </p:grpSpPr>
      <p:cxnSp>
        <p:nvCxnSpPr>
          <p:cNvPr id="1578" name="Google Shape;1578;p114"/>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579" name="Google Shape;1579;p114"/>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580" name="Google Shape;1580;p114"/>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581" name="Google Shape;1581;p114"/>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582" name="Google Shape;1582;p114"/>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83" name="Google Shape;1583;p114"/>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84" name="Google Shape;1584;p114"/>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585" name="Google Shape;1585;p114"/>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586" name="Google Shape;1586;p114"/>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587" name="Google Shape;1587;p114"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588" name="Google Shape;1588;p114"/>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589" name="Google Shape;1589;p114"/>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590" name="Google Shape;1590;p114"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For years, we’ve relied on birthdays and anniversary dates for creating our banking PINs, making them predictable and easier for scammers to crack. But what if your PIN could be a word instead?&#10;&#10;This Republic Day, discover a new way to create your banking pin using one of India’s oldest scripts – the Devanagari script. &#10;&#10;Head to www.devanagaripin.com, type any English word, and generate a strong banking PIN.&#10;&#10;#HappyRepublicDay #AxisBank #DevanagariPIN" id="1591" name="Google Shape;1591;p114" title="Axis Bank | Devanagari PIN | Republic Day 2025">
            <a:hlinkClick r:id="rId6"/>
          </p:cNvPr>
          <p:cNvPicPr preferRelativeResize="0"/>
          <p:nvPr/>
        </p:nvPicPr>
        <p:blipFill rotWithShape="1">
          <a:blip r:embed="rId7">
            <a:alphaModFix/>
          </a:blip>
          <a:srcRect b="0" l="0" r="0" t="0"/>
          <a:stretch/>
        </p:blipFill>
        <p:spPr>
          <a:xfrm>
            <a:off x="3185700" y="1158688"/>
            <a:ext cx="5635600" cy="3170025"/>
          </a:xfrm>
          <a:prstGeom prst="rect">
            <a:avLst/>
          </a:prstGeom>
          <a:noFill/>
          <a:ln>
            <a:noFill/>
          </a:ln>
        </p:spPr>
      </p:pic>
      <p:sp>
        <p:nvSpPr>
          <p:cNvPr id="1592" name="Google Shape;1592;p114"/>
          <p:cNvSpPr txBox="1"/>
          <p:nvPr/>
        </p:nvSpPr>
        <p:spPr>
          <a:xfrm>
            <a:off x="288625" y="21367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DEVANAGARI</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PIN</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Inter"/>
              <a:ea typeface="Inter"/>
              <a:cs typeface="Inter"/>
              <a:sym typeface="Inter"/>
            </a:endParaRPr>
          </a:p>
        </p:txBody>
      </p:sp>
      <p:pic>
        <p:nvPicPr>
          <p:cNvPr descr="File:Axis Bank logo.svg - Wikimedia Commons" id="1593" name="Google Shape;1593;p114"/>
          <p:cNvPicPr preferRelativeResize="0"/>
          <p:nvPr/>
        </p:nvPicPr>
        <p:blipFill rotWithShape="1">
          <a:blip r:embed="rId8">
            <a:alphaModFix/>
          </a:blip>
          <a:srcRect b="0" l="0" r="0" t="0"/>
          <a:stretch/>
        </p:blipFill>
        <p:spPr>
          <a:xfrm>
            <a:off x="323525" y="1258824"/>
            <a:ext cx="2285700" cy="5935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1"/>
                                        </p:tgtEl>
                                        <p:attrNameLst>
                                          <p:attrName>style.visibility</p:attrName>
                                        </p:attrNameLst>
                                      </p:cBhvr>
                                      <p:to>
                                        <p:strVal val="visible"/>
                                      </p:to>
                                    </p:set>
                                    <p:animEffect filter="fade" transition="in">
                                      <p:cBhvr>
                                        <p:cTn dur="1000"/>
                                        <p:tgtEl>
                                          <p:spTgt spid="15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7" name="Shape 1597"/>
        <p:cNvGrpSpPr/>
        <p:nvPr/>
      </p:nvGrpSpPr>
      <p:grpSpPr>
        <a:xfrm>
          <a:off x="0" y="0"/>
          <a:ext cx="0" cy="0"/>
          <a:chOff x="0" y="0"/>
          <a:chExt cx="0" cy="0"/>
        </a:xfrm>
      </p:grpSpPr>
      <p:cxnSp>
        <p:nvCxnSpPr>
          <p:cNvPr id="1598" name="Google Shape;1598;p115"/>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599" name="Google Shape;1599;p115"/>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600" name="Google Shape;1600;p115"/>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601" name="Google Shape;1601;p115"/>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602" name="Google Shape;1602;p115"/>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03" name="Google Shape;1603;p115"/>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04" name="Google Shape;1604;p115"/>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05" name="Google Shape;1605;p115"/>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606" name="Google Shape;1606;p115"/>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607" name="Google Shape;1607;p115"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608" name="Google Shape;1608;p115"/>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609" name="Google Shape;1609;p115"/>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610" name="Google Shape;1610;p115"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Why risk it? Invest a portion of your savings in safe and secure options like Fixed Deposits from Axis Bank. Book a FD and avail 7.75%* interest rate.&#10;Visit: https://bit.ly/4cv5Xiv &#10;&#10;You can also fund your FD from any bank account via UPI on open by Axis Bank&#10;#SafeInvestingIsSmartInvesting&#10;#AxisBank #FixedDeposits &#10;*T&amp;C Apply" id="1611" name="Google Shape;1611;p115" title="Axis Bank | Fixed Deposits | #SafeInvestingIsSmartInvesting">
            <a:hlinkClick r:id="rId6"/>
          </p:cNvPr>
          <p:cNvPicPr preferRelativeResize="0"/>
          <p:nvPr/>
        </p:nvPicPr>
        <p:blipFill rotWithShape="1">
          <a:blip r:embed="rId7">
            <a:alphaModFix/>
          </a:blip>
          <a:srcRect b="0" l="0" r="0" t="0"/>
          <a:stretch/>
        </p:blipFill>
        <p:spPr>
          <a:xfrm>
            <a:off x="3185700" y="1158688"/>
            <a:ext cx="5635600" cy="3170025"/>
          </a:xfrm>
          <a:prstGeom prst="rect">
            <a:avLst/>
          </a:prstGeom>
          <a:noFill/>
          <a:ln>
            <a:noFill/>
          </a:ln>
        </p:spPr>
      </p:pic>
      <p:sp>
        <p:nvSpPr>
          <p:cNvPr id="1612" name="Google Shape;1612;p115"/>
          <p:cNvSpPr txBox="1"/>
          <p:nvPr/>
        </p:nvSpPr>
        <p:spPr>
          <a:xfrm>
            <a:off x="288625" y="21367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FIXED</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DEPOSIT</a:t>
            </a:r>
            <a:endParaRPr b="1" i="0" sz="2800" u="none" cap="none" strike="noStrike">
              <a:solidFill>
                <a:schemeClr val="dk1"/>
              </a:solidFill>
              <a:latin typeface="Inter"/>
              <a:ea typeface="Inter"/>
              <a:cs typeface="Inter"/>
              <a:sym typeface="Inter"/>
            </a:endParaRPr>
          </a:p>
        </p:txBody>
      </p:sp>
      <p:pic>
        <p:nvPicPr>
          <p:cNvPr descr="File:Axis Bank logo.svg - Wikimedia Commons" id="1613" name="Google Shape;1613;p115"/>
          <p:cNvPicPr preferRelativeResize="0"/>
          <p:nvPr/>
        </p:nvPicPr>
        <p:blipFill rotWithShape="1">
          <a:blip r:embed="rId8">
            <a:alphaModFix/>
          </a:blip>
          <a:srcRect b="0" l="0" r="0" t="0"/>
          <a:stretch/>
        </p:blipFill>
        <p:spPr>
          <a:xfrm>
            <a:off x="323525" y="1258824"/>
            <a:ext cx="2285700" cy="5935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1"/>
                                        </p:tgtEl>
                                        <p:attrNameLst>
                                          <p:attrName>style.visibility</p:attrName>
                                        </p:attrNameLst>
                                      </p:cBhvr>
                                      <p:to>
                                        <p:strVal val="visible"/>
                                      </p:to>
                                    </p:set>
                                    <p:animEffect filter="fade" transition="in">
                                      <p:cBhvr>
                                        <p:cTn dur="1000"/>
                                        <p:tgtEl>
                                          <p:spTgt spid="16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17" name="Shape 1617"/>
        <p:cNvGrpSpPr/>
        <p:nvPr/>
      </p:nvGrpSpPr>
      <p:grpSpPr>
        <a:xfrm>
          <a:off x="0" y="0"/>
          <a:ext cx="0" cy="0"/>
          <a:chOff x="0" y="0"/>
          <a:chExt cx="0" cy="0"/>
        </a:xfrm>
      </p:grpSpPr>
      <p:cxnSp>
        <p:nvCxnSpPr>
          <p:cNvPr id="1618" name="Google Shape;1618;p116"/>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619" name="Google Shape;1619;p116"/>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620" name="Google Shape;1620;p116"/>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621" name="Google Shape;1621;p116"/>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622" name="Google Shape;1622;p116"/>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23" name="Google Shape;1623;p116"/>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24" name="Google Shape;1624;p116"/>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25" name="Google Shape;1625;p116"/>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626" name="Google Shape;1626;p116"/>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627" name="Google Shape;1627;p116"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628" name="Google Shape;1628;p116"/>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629" name="Google Shape;1629;p116"/>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630" name="Google Shape;1630;p116"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Why should digital security be complicated?&#10;With open by Axis Bank, it’s simple, smart, and secure. India’s most loved banking app is also the safest.&#10;Presenting the all-new in-app Mobile OTP generation feature to keep you safe from SMS frauds.&#10;No more waiting for texts. Just generate your OTP right inside the app for internet banking login and all your transactions.&#10;&#10;Download the app now.&#10;Visit:  https://onelink.to/crccsg&#10;&#10;#AxisBank #ConfusingCaptchas #OpenToBetterBanking" id="1631" name="Google Shape;1631;p116" title="In-app Mobile OTP | open by Axis Bank">
            <a:hlinkClick r:id="rId6"/>
          </p:cNvPr>
          <p:cNvPicPr preferRelativeResize="0"/>
          <p:nvPr/>
        </p:nvPicPr>
        <p:blipFill rotWithShape="1">
          <a:blip r:embed="rId7">
            <a:alphaModFix/>
          </a:blip>
          <a:srcRect b="0" l="0" r="0" t="0"/>
          <a:stretch/>
        </p:blipFill>
        <p:spPr>
          <a:xfrm>
            <a:off x="3185700" y="1157113"/>
            <a:ext cx="5635600" cy="3170025"/>
          </a:xfrm>
          <a:prstGeom prst="rect">
            <a:avLst/>
          </a:prstGeom>
          <a:noFill/>
          <a:ln>
            <a:noFill/>
          </a:ln>
        </p:spPr>
      </p:pic>
      <p:sp>
        <p:nvSpPr>
          <p:cNvPr id="1632" name="Google Shape;1632;p116"/>
          <p:cNvSpPr txBox="1"/>
          <p:nvPr/>
        </p:nvSpPr>
        <p:spPr>
          <a:xfrm>
            <a:off x="288625" y="21367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IN-APP</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MOBILE OTP</a:t>
            </a:r>
            <a:endParaRPr b="1" i="0" sz="2800" u="none" cap="none" strike="noStrike">
              <a:solidFill>
                <a:schemeClr val="dk1"/>
              </a:solidFill>
              <a:latin typeface="Inter"/>
              <a:ea typeface="Inter"/>
              <a:cs typeface="Inter"/>
              <a:sym typeface="Inter"/>
            </a:endParaRPr>
          </a:p>
        </p:txBody>
      </p:sp>
      <p:pic>
        <p:nvPicPr>
          <p:cNvPr descr="File:Axis Bank logo.svg - Wikimedia Commons" id="1633" name="Google Shape;1633;p116"/>
          <p:cNvPicPr preferRelativeResize="0"/>
          <p:nvPr/>
        </p:nvPicPr>
        <p:blipFill rotWithShape="1">
          <a:blip r:embed="rId8">
            <a:alphaModFix/>
          </a:blip>
          <a:srcRect b="0" l="0" r="0" t="0"/>
          <a:stretch/>
        </p:blipFill>
        <p:spPr>
          <a:xfrm>
            <a:off x="323525" y="1258824"/>
            <a:ext cx="2285700" cy="5935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1"/>
                                        </p:tgtEl>
                                        <p:attrNameLst>
                                          <p:attrName>style.visibility</p:attrName>
                                        </p:attrNameLst>
                                      </p:cBhvr>
                                      <p:to>
                                        <p:strVal val="visible"/>
                                      </p:to>
                                    </p:set>
                                    <p:animEffect filter="fade" transition="in">
                                      <p:cBhvr>
                                        <p:cTn dur="1000"/>
                                        <p:tgtEl>
                                          <p:spTgt spid="1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7" name="Shape 1637"/>
        <p:cNvGrpSpPr/>
        <p:nvPr/>
      </p:nvGrpSpPr>
      <p:grpSpPr>
        <a:xfrm>
          <a:off x="0" y="0"/>
          <a:ext cx="0" cy="0"/>
          <a:chOff x="0" y="0"/>
          <a:chExt cx="0" cy="0"/>
        </a:xfrm>
      </p:grpSpPr>
      <p:cxnSp>
        <p:nvCxnSpPr>
          <p:cNvPr id="1638" name="Google Shape;1638;p117"/>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639" name="Google Shape;1639;p117"/>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640" name="Google Shape;1640;p117"/>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641" name="Google Shape;1641;p117"/>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642" name="Google Shape;1642;p117"/>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43" name="Google Shape;1643;p117"/>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44" name="Google Shape;1644;p117"/>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45" name="Google Shape;1645;p117"/>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646" name="Google Shape;1646;p117"/>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647" name="Google Shape;1647;p117"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648" name="Google Shape;1648;p117"/>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649" name="Google Shape;1649;p117"/>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650" name="Google Shape;1650;p117"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Why should digital security be complicated?&#10;With open by Axis Bank, it’s simple, smart, and secure. India’s most loved banking app is also the safest.&#10;Take charge of your safety with the Safety Centre feature on the open app.&#10;Enable or disable critical functionalities like fund transfer, UPI, and add payee, all in a single click.&#10;&#10;Download the app now. &#10;Visit: https://onelink.to/crccsg&#10;&#10;#AxisBank #ConfusingCaptchas #OpenToBetterBanking" id="1651" name="Google Shape;1651;p117" title="Safety Centre | open by Axis Bank">
            <a:hlinkClick r:id="rId6"/>
          </p:cNvPr>
          <p:cNvPicPr preferRelativeResize="0"/>
          <p:nvPr/>
        </p:nvPicPr>
        <p:blipFill rotWithShape="1">
          <a:blip r:embed="rId7">
            <a:alphaModFix/>
          </a:blip>
          <a:srcRect b="0" l="0" r="0" t="0"/>
          <a:stretch/>
        </p:blipFill>
        <p:spPr>
          <a:xfrm>
            <a:off x="3185700" y="1158688"/>
            <a:ext cx="5635600" cy="3170025"/>
          </a:xfrm>
          <a:prstGeom prst="rect">
            <a:avLst/>
          </a:prstGeom>
          <a:noFill/>
          <a:ln>
            <a:noFill/>
          </a:ln>
        </p:spPr>
      </p:pic>
      <p:sp>
        <p:nvSpPr>
          <p:cNvPr id="1652" name="Google Shape;1652;p117"/>
          <p:cNvSpPr txBox="1"/>
          <p:nvPr/>
        </p:nvSpPr>
        <p:spPr>
          <a:xfrm>
            <a:off x="288625" y="21367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SAFETY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CENTRE</a:t>
            </a:r>
            <a:endParaRPr b="1" i="0" sz="2800" u="none" cap="none" strike="noStrike">
              <a:solidFill>
                <a:schemeClr val="dk1"/>
              </a:solidFill>
              <a:latin typeface="Inter"/>
              <a:ea typeface="Inter"/>
              <a:cs typeface="Inter"/>
              <a:sym typeface="Inter"/>
            </a:endParaRPr>
          </a:p>
        </p:txBody>
      </p:sp>
      <p:pic>
        <p:nvPicPr>
          <p:cNvPr descr="File:Axis Bank logo.svg - Wikimedia Commons" id="1653" name="Google Shape;1653;p117"/>
          <p:cNvPicPr preferRelativeResize="0"/>
          <p:nvPr/>
        </p:nvPicPr>
        <p:blipFill rotWithShape="1">
          <a:blip r:embed="rId8">
            <a:alphaModFix/>
          </a:blip>
          <a:srcRect b="0" l="0" r="0" t="0"/>
          <a:stretch/>
        </p:blipFill>
        <p:spPr>
          <a:xfrm>
            <a:off x="323525" y="1258824"/>
            <a:ext cx="2285700" cy="5935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1"/>
                                        </p:tgtEl>
                                        <p:attrNameLst>
                                          <p:attrName>style.visibility</p:attrName>
                                        </p:attrNameLst>
                                      </p:cBhvr>
                                      <p:to>
                                        <p:strVal val="visible"/>
                                      </p:to>
                                    </p:set>
                                    <p:animEffect filter="fade" transition="in">
                                      <p:cBhvr>
                                        <p:cTn dur="1000"/>
                                        <p:tgtEl>
                                          <p:spTgt spid="16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7" name="Shape 1657"/>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1" name="Shape 1661"/>
        <p:cNvGrpSpPr/>
        <p:nvPr/>
      </p:nvGrpSpPr>
      <p:grpSpPr>
        <a:xfrm>
          <a:off x="0" y="0"/>
          <a:ext cx="0" cy="0"/>
          <a:chOff x="0" y="0"/>
          <a:chExt cx="0" cy="0"/>
        </a:xfrm>
      </p:grpSpPr>
      <p:cxnSp>
        <p:nvCxnSpPr>
          <p:cNvPr id="1662" name="Google Shape;1662;p119"/>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663" name="Google Shape;1663;p119"/>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664" name="Google Shape;1664;p119"/>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665" name="Google Shape;1665;p119"/>
          <p:cNvSpPr txBox="1"/>
          <p:nvPr/>
        </p:nvSpPr>
        <p:spPr>
          <a:xfrm>
            <a:off x="288625" y="2240163"/>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OUT KARO </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SONG</a:t>
            </a:r>
            <a:endParaRPr b="1" i="0" sz="2800" u="none" cap="none" strike="noStrike">
              <a:solidFill>
                <a:schemeClr val="dk1"/>
              </a:solidFill>
              <a:latin typeface="Inter"/>
              <a:ea typeface="Inter"/>
              <a:cs typeface="Inter"/>
              <a:sym typeface="Inter"/>
            </a:endParaRPr>
          </a:p>
        </p:txBody>
      </p:sp>
      <p:sp>
        <p:nvSpPr>
          <p:cNvPr id="1666" name="Google Shape;1666;p119"/>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667" name="Google Shape;1667;p119"/>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68" name="Google Shape;1668;p119"/>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69" name="Google Shape;1669;p119"/>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70" name="Google Shape;1670;p119"/>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671" name="Google Shape;1671;p119"/>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672" name="Google Shape;1672;p119"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673" name="Google Shape;1673;p119"/>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674" name="Google Shape;1674;p119"/>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675" name="Google Shape;1675;p119"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JK Cement logo in transparent PNG and vectorized SVG formats" id="1676" name="Google Shape;1676;p119"/>
          <p:cNvPicPr preferRelativeResize="0"/>
          <p:nvPr/>
        </p:nvPicPr>
        <p:blipFill rotWithShape="1">
          <a:blip r:embed="rId6">
            <a:alphaModFix/>
          </a:blip>
          <a:srcRect b="0" l="0" r="0" t="0"/>
          <a:stretch/>
        </p:blipFill>
        <p:spPr>
          <a:xfrm>
            <a:off x="288625" y="1679442"/>
            <a:ext cx="2168076" cy="414899"/>
          </a:xfrm>
          <a:prstGeom prst="rect">
            <a:avLst/>
          </a:prstGeom>
          <a:noFill/>
          <a:ln>
            <a:noFill/>
          </a:ln>
        </p:spPr>
      </p:pic>
      <p:pic>
        <p:nvPicPr>
          <p:cNvPr descr="Finally, #OutKaro challenge ka result aa gaya! Jasprit Bumrah vs Mika Singh ke Out Karo challenge ne bana diya Super Song #OutKaro. &#10;Life mein stress ho toh #OutKaro song suno, aur construction mein strength ki tension ho toh JK Super Cement chuno.&#10;&#10;JK Super Cement se tension… #OutKaro  &#10;Watch now &amp; enjoy the Super Song #OutKaro ft. our superstars, Mika Singh &amp; Jasprit Bumrah. &#10;&#10;🎵 Featuring:&#10;@JaspritBumrah1993  Jasprit Bumrah&#10;@mikasingh Mika Singh&#10;&#10;🎤 Powered by:&#10;JK Super Cement — BUILD STRONG&#10;&#10;Watch the full video and OUT KARO every tension with JK Super Cement.&#10;&#10;🔗 Follow Us:&#10;Instagram: @JKCementIndia&#10;Facebook: JK Cement&#10;Twitter / X: @JKCementIndia&#10;&#10;#JKSuperCement #OutKaro #BumrahVsMika #MikaSingh #JaspritBumrah #BuildStrong #Cement #Construction #CricketIndia #MusicVideo #IndianAds #BrandAnthem #JKSuperCementSeOutKARO" id="1677" name="Google Shape;1677;p119" title="OUT KARO Song | Ft. Jasprit Bumrah × Mika Singh | JK Super Cement | #OutKaro">
            <a:hlinkClick r:id="rId7"/>
          </p:cNvPr>
          <p:cNvPicPr preferRelativeResize="0"/>
          <p:nvPr/>
        </p:nvPicPr>
        <p:blipFill rotWithShape="1">
          <a:blip r:embed="rId8">
            <a:alphaModFix/>
          </a:blip>
          <a:srcRect b="0" l="0" r="0" t="0"/>
          <a:stretch/>
        </p:blipFill>
        <p:spPr>
          <a:xfrm>
            <a:off x="3185700" y="1195975"/>
            <a:ext cx="5635600" cy="3170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7"/>
                                        </p:tgtEl>
                                        <p:attrNameLst>
                                          <p:attrName>style.visibility</p:attrName>
                                        </p:attrNameLst>
                                      </p:cBhvr>
                                      <p:to>
                                        <p:strVal val="visible"/>
                                      </p:to>
                                    </p:set>
                                    <p:animEffect filter="fade" transition="in">
                                      <p:cBhvr>
                                        <p:cTn dur="1000"/>
                                        <p:tgtEl>
                                          <p:spTgt spid="16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1" name="Shape 1681"/>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5" name="Shape 1685"/>
        <p:cNvGrpSpPr/>
        <p:nvPr/>
      </p:nvGrpSpPr>
      <p:grpSpPr>
        <a:xfrm>
          <a:off x="0" y="0"/>
          <a:ext cx="0" cy="0"/>
          <a:chOff x="0" y="0"/>
          <a:chExt cx="0" cy="0"/>
        </a:xfrm>
      </p:grpSpPr>
      <p:cxnSp>
        <p:nvCxnSpPr>
          <p:cNvPr id="1686" name="Google Shape;1686;p121"/>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687" name="Google Shape;1687;p121"/>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688" name="Google Shape;1688;p121"/>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689" name="Google Shape;1689;p121"/>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UPGRADE YOUR DRYING EXPERIENCE</a:t>
            </a:r>
            <a:endParaRPr b="1" i="0" sz="2800" u="none" cap="none" strike="noStrike">
              <a:solidFill>
                <a:schemeClr val="dk1"/>
              </a:solidFill>
              <a:latin typeface="Inter"/>
              <a:ea typeface="Inter"/>
              <a:cs typeface="Inter"/>
              <a:sym typeface="Inter"/>
            </a:endParaRPr>
          </a:p>
        </p:txBody>
      </p:sp>
      <p:sp>
        <p:nvSpPr>
          <p:cNvPr id="1690" name="Google Shape;1690;p121"/>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691" name="Google Shape;1691;p121"/>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92" name="Google Shape;1692;p121"/>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93" name="Google Shape;1693;p121"/>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694" name="Google Shape;1694;p121"/>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695" name="Google Shape;1695;p121"/>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696" name="Google Shape;1696;p121"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697" name="Google Shape;1697;p121"/>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698" name="Google Shape;1698;p121"/>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699" name="Google Shape;1699;p121"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Experience the ease of All-Weather Drying with LG Dryer – the ultimate solution for All the Indian seasons. When the rains come, it swiftly removes moisture and allergens with Allergy Care, ensuring your laundry stays hygienic &amp; fresh. In the summers, it protects colors from fading, removing dust and pollutants. As winter chills set in, it gets rid of lint and dampness, leaving your winter clothes cozy and dry. Discover the comfort of Plug and Play to Dry your clothes from anywhere and With LG ThinQ Operate it remotely and Dry clothes in just 30 mins.&#10;&#10;Upgrade your drying experience today. Just Click. Quick. Dry. &#10;&#10;Know more on https://bit.ly/48MC5vK&#10;&#10;Follow Us On:&#10;Facebook: https://bit.ly/3Fm4sSD&#10;Instagram: https://bit.ly/3ldnGlp&#10;Twitter: https://bit.ly/3uJzFKG&#10;&#10;&#10;#LGDryerMomApproved #MomLifeMadeEasy #PlugAndPlayDryer&#10;#LGDUALInverterHeatPumpDryer #LGDryer #AllergyCare #Laundry #LGDryer #LG #LifesGood #LGIndia" id="1700" name="Google Shape;1700;p121" title="Upgrade your drying experience With LG Dryer | Just Click. Quick. Dry | LG India">
            <a:hlinkClick r:id="rId6"/>
          </p:cNvPr>
          <p:cNvPicPr preferRelativeResize="0"/>
          <p:nvPr/>
        </p:nvPicPr>
        <p:blipFill rotWithShape="1">
          <a:blip r:embed="rId7">
            <a:alphaModFix/>
          </a:blip>
          <a:srcRect b="0" l="0" r="0" t="0"/>
          <a:stretch/>
        </p:blipFill>
        <p:spPr>
          <a:xfrm>
            <a:off x="3185700" y="1179163"/>
            <a:ext cx="5635600" cy="3125925"/>
          </a:xfrm>
          <a:prstGeom prst="rect">
            <a:avLst/>
          </a:prstGeom>
          <a:noFill/>
          <a:ln>
            <a:noFill/>
          </a:ln>
        </p:spPr>
      </p:pic>
      <p:pic>
        <p:nvPicPr>
          <p:cNvPr descr="File:LG logo (2014).svg - Wikimedia Commons" id="1701" name="Google Shape;1701;p121"/>
          <p:cNvPicPr preferRelativeResize="0"/>
          <p:nvPr/>
        </p:nvPicPr>
        <p:blipFill rotWithShape="1">
          <a:blip r:embed="rId8">
            <a:alphaModFix/>
          </a:blip>
          <a:srcRect b="0" l="0" r="0" t="0"/>
          <a:stretch/>
        </p:blipFill>
        <p:spPr>
          <a:xfrm>
            <a:off x="288625" y="792000"/>
            <a:ext cx="1757225" cy="804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0"/>
                                        </p:tgtEl>
                                        <p:attrNameLst>
                                          <p:attrName>style.visibility</p:attrName>
                                        </p:attrNameLst>
                                      </p:cBhvr>
                                      <p:to>
                                        <p:strVal val="visible"/>
                                      </p:to>
                                    </p:set>
                                    <p:animEffect filter="fade" transition="in">
                                      <p:cBhvr>
                                        <p:cTn dur="1000"/>
                                        <p:tgtEl>
                                          <p:spTgt spid="17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5" name="Shape 1705"/>
        <p:cNvGrpSpPr/>
        <p:nvPr/>
      </p:nvGrpSpPr>
      <p:grpSpPr>
        <a:xfrm>
          <a:off x="0" y="0"/>
          <a:ext cx="0" cy="0"/>
          <a:chOff x="0" y="0"/>
          <a:chExt cx="0" cy="0"/>
        </a:xfrm>
      </p:grpSpPr>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9" name="Shape 1709"/>
        <p:cNvGrpSpPr/>
        <p:nvPr/>
      </p:nvGrpSpPr>
      <p:grpSpPr>
        <a:xfrm>
          <a:off x="0" y="0"/>
          <a:ext cx="0" cy="0"/>
          <a:chOff x="0" y="0"/>
          <a:chExt cx="0" cy="0"/>
        </a:xfrm>
      </p:grpSpPr>
      <p:cxnSp>
        <p:nvCxnSpPr>
          <p:cNvPr id="1710" name="Google Shape;1710;p123"/>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711" name="Google Shape;1711;p123"/>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712" name="Google Shape;1712;p123"/>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713" name="Google Shape;1713;p123"/>
          <p:cNvSpPr txBox="1"/>
          <p:nvPr/>
        </p:nvSpPr>
        <p:spPr>
          <a:xfrm>
            <a:off x="288625" y="194822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TASTE MAGICAL,</a:t>
            </a:r>
            <a:endParaRPr b="1" i="0" sz="2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TOH DIWALI</a:t>
            </a:r>
            <a:endParaRPr b="1" i="0" sz="24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SPECIAL</a:t>
            </a:r>
            <a:endParaRPr b="1" i="0" sz="2400" u="none" cap="none" strike="noStrike">
              <a:solidFill>
                <a:schemeClr val="dk1"/>
              </a:solidFill>
              <a:latin typeface="Inter"/>
              <a:ea typeface="Inter"/>
              <a:cs typeface="Inter"/>
              <a:sym typeface="Inter"/>
            </a:endParaRPr>
          </a:p>
        </p:txBody>
      </p:sp>
      <p:sp>
        <p:nvSpPr>
          <p:cNvPr id="1714" name="Google Shape;1714;p123"/>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715" name="Google Shape;1715;p123"/>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16" name="Google Shape;1716;p123"/>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17" name="Google Shape;1717;p123"/>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18" name="Google Shape;1718;p123"/>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719" name="Google Shape;1719;p123"/>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720" name="Google Shape;1720;p123"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721" name="Google Shape;1721;p123"/>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722" name="Google Shape;1722;p123"/>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723" name="Google Shape;1723;p123"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Experience the ease of All-Weather Drying with LG Dryer – the ultimate solution for All the Indian seasons. When the rains come, it swiftly removes moisture and allergens with Allergy Care, ensuring your laundry stays hygienic &amp; fresh. In the summers, it protects colors from fading, removing dust and pollutants. As winter chills set in, it gets rid of lint and dampness, leaving your winter clothes cozy and dry. Discover the comfort of Plug and Play to Dry your clothes from anywhere and With LG ThinQ Operate it remotely and Dry clothes in just 30 mins.&#10;&#10;Upgrade your drying experience today. Just Click. Quick. Dry. &#10;&#10;Know more on https://bit.ly/48MC5vK&#10;&#10;Follow Us On:&#10;Facebook: https://bit.ly/3Fm4sSD&#10;Instagram: https://bit.ly/3ldnGlp&#10;Twitter: https://bit.ly/3uJzFKG&#10;&#10;&#10;#LGDryerMomApproved #MomLifeMadeEasy #PlugAndPlayDryer&#10;#LGDUALInverterHeatPumpDryer #LGDryer #AllergyCare #Laundry #LGDryer #LG #LifesGood #LGIndia" id="1724" name="Google Shape;1724;p123" title="Upgrade your drying experience With LG Dryer | Just Click. Quick. Dry | LG India">
            <a:hlinkClick r:id="rId6"/>
          </p:cNvPr>
          <p:cNvPicPr preferRelativeResize="0"/>
          <p:nvPr/>
        </p:nvPicPr>
        <p:blipFill rotWithShape="1">
          <a:blip r:embed="rId7">
            <a:alphaModFix/>
          </a:blip>
          <a:srcRect b="0" l="0" r="0" t="0"/>
          <a:stretch/>
        </p:blipFill>
        <p:spPr>
          <a:xfrm>
            <a:off x="3185700" y="1179163"/>
            <a:ext cx="5635600" cy="3125925"/>
          </a:xfrm>
          <a:prstGeom prst="rect">
            <a:avLst/>
          </a:prstGeom>
          <a:noFill/>
          <a:ln>
            <a:noFill/>
          </a:ln>
        </p:spPr>
      </p:pic>
      <p:pic>
        <p:nvPicPr>
          <p:cNvPr descr="Diwali celebrated with our loved ones is special, but what makes it 'Magical' is reliving those little moments of Joy. We at Mrs. Bector's Cremica wish you a very happy and magical Diwali! Love, taste, happiness, and magic. Mrs. Bector's Cremica - Taste Magical, toh Diwali Special!&#10;&#10; #Magicofmrsbector #Cremica #Mrsbector #Cremicawaalidiwali #cookies #biscuits  #coconut #jeera #honeyoat #chocochip #pistaalmond #happydiwali #india #festiveseason" id="1725" name="Google Shape;1725;p123" title="Mrs. Bector's Cremica - Taste Magical, toh Diwali Special!">
            <a:hlinkClick r:id="rId8"/>
          </p:cNvPr>
          <p:cNvPicPr preferRelativeResize="0"/>
          <p:nvPr/>
        </p:nvPicPr>
        <p:blipFill rotWithShape="1">
          <a:blip r:embed="rId9">
            <a:alphaModFix/>
          </a:blip>
          <a:srcRect b="0" l="0" r="0" t="0"/>
          <a:stretch/>
        </p:blipFill>
        <p:spPr>
          <a:xfrm>
            <a:off x="3185700" y="1179175"/>
            <a:ext cx="5635600" cy="3125925"/>
          </a:xfrm>
          <a:prstGeom prst="rect">
            <a:avLst/>
          </a:prstGeom>
          <a:noFill/>
          <a:ln>
            <a:noFill/>
          </a:ln>
        </p:spPr>
      </p:pic>
      <p:pic>
        <p:nvPicPr>
          <p:cNvPr descr="Mrs.Bectors Food Specialities IPO Date, Price, GMP, Details" id="1726" name="Google Shape;1726;p123"/>
          <p:cNvPicPr preferRelativeResize="0"/>
          <p:nvPr/>
        </p:nvPicPr>
        <p:blipFill rotWithShape="1">
          <a:blip r:embed="rId10">
            <a:alphaModFix/>
          </a:blip>
          <a:srcRect b="0" l="0" r="0" t="0"/>
          <a:stretch/>
        </p:blipFill>
        <p:spPr>
          <a:xfrm>
            <a:off x="288625" y="947825"/>
            <a:ext cx="1456450" cy="637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4"/>
                                        </p:tgtEl>
                                        <p:attrNameLst>
                                          <p:attrName>style.visibility</p:attrName>
                                        </p:attrNameLst>
                                      </p:cBhvr>
                                      <p:to>
                                        <p:strVal val="visible"/>
                                      </p:to>
                                    </p:set>
                                    <p:animEffect filter="fade" transition="in">
                                      <p:cBhvr>
                                        <p:cTn dur="1000"/>
                                        <p:tgtEl>
                                          <p:spTgt spid="1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5"/>
                                        </p:tgtEl>
                                        <p:attrNameLst>
                                          <p:attrName>style.visibility</p:attrName>
                                        </p:attrNameLst>
                                      </p:cBhvr>
                                      <p:to>
                                        <p:strVal val="visible"/>
                                      </p:to>
                                    </p:set>
                                    <p:animEffect filter="fade" transition="in">
                                      <p:cBhvr>
                                        <p:cTn dur="1000"/>
                                        <p:tgtEl>
                                          <p:spTgt spid="17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0" name="Shape 1730"/>
        <p:cNvGrpSpPr/>
        <p:nvPr/>
      </p:nvGrpSpPr>
      <p:grpSpPr>
        <a:xfrm>
          <a:off x="0" y="0"/>
          <a:ext cx="0" cy="0"/>
          <a:chOff x="0" y="0"/>
          <a:chExt cx="0" cy="0"/>
        </a:xfrm>
      </p:grpSpPr>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4" name="Shape 1734"/>
        <p:cNvGrpSpPr/>
        <p:nvPr/>
      </p:nvGrpSpPr>
      <p:grpSpPr>
        <a:xfrm>
          <a:off x="0" y="0"/>
          <a:ext cx="0" cy="0"/>
          <a:chOff x="0" y="0"/>
          <a:chExt cx="0" cy="0"/>
        </a:xfrm>
      </p:grpSpPr>
      <p:cxnSp>
        <p:nvCxnSpPr>
          <p:cNvPr id="1735" name="Google Shape;1735;p125"/>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736" name="Google Shape;1736;p125"/>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737" name="Google Shape;1737;p125"/>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738" name="Google Shape;1738;p125"/>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739" name="Google Shape;1739;p125"/>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40" name="Google Shape;1740;p125"/>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41" name="Google Shape;1741;p125"/>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42" name="Google Shape;1742;p125"/>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743" name="Google Shape;1743;p125"/>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744" name="Google Shape;1744;p125"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745" name="Google Shape;1745;p125"/>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746" name="Google Shape;1746;p125"/>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747" name="Google Shape;1747;p125"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Every mother puts her dreams on hold so ours can shine.&#10;&#10;This Mother’s Day, let’s try &amp; give wings to her dreams. 💖&#10;&#10;Share a heartfelt video about your dream—or your mom’s—and post it on Instagram.&#10;Tag @englishoven &amp; @cremicacookies and use #SapnonKa1stBirthday. 🌸&#10;&#10;#Cremica #MagicOfMrsBector #EnglishOven #HappyMothersDay #SapnonKa1stBirthday" id="1748" name="Google Shape;1748;p125" title="This Mother’s Day, let’s try &amp; give wings to her dreams. 💖">
            <a:hlinkClick r:id="rId6"/>
          </p:cNvPr>
          <p:cNvPicPr preferRelativeResize="0"/>
          <p:nvPr/>
        </p:nvPicPr>
        <p:blipFill rotWithShape="1">
          <a:blip r:embed="rId7">
            <a:alphaModFix/>
          </a:blip>
          <a:srcRect b="0" l="0" r="0" t="0"/>
          <a:stretch/>
        </p:blipFill>
        <p:spPr>
          <a:xfrm>
            <a:off x="3185700" y="1196800"/>
            <a:ext cx="5635600" cy="3170025"/>
          </a:xfrm>
          <a:prstGeom prst="rect">
            <a:avLst/>
          </a:prstGeom>
          <a:noFill/>
          <a:ln>
            <a:noFill/>
          </a:ln>
        </p:spPr>
      </p:pic>
      <p:sp>
        <p:nvSpPr>
          <p:cNvPr id="1749" name="Google Shape;1749;p125"/>
          <p:cNvSpPr txBox="1"/>
          <p:nvPr/>
        </p:nvSpPr>
        <p:spPr>
          <a:xfrm>
            <a:off x="288625" y="261917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Inter"/>
                <a:ea typeface="Inter"/>
                <a:cs typeface="Inter"/>
                <a:sym typeface="Inter"/>
              </a:rPr>
              <a:t>MOTHER’S DAY</a:t>
            </a:r>
            <a:endParaRPr b="1" i="0" sz="2400" u="none" cap="none" strike="noStrike">
              <a:solidFill>
                <a:schemeClr val="dk1"/>
              </a:solidFill>
              <a:latin typeface="Inter"/>
              <a:ea typeface="Inter"/>
              <a:cs typeface="Inter"/>
              <a:sym typeface="Inter"/>
            </a:endParaRPr>
          </a:p>
        </p:txBody>
      </p:sp>
      <p:pic>
        <p:nvPicPr>
          <p:cNvPr descr="Mrs.Bectors Food Specialities IPO Date, Price, GMP, Details" id="1750" name="Google Shape;1750;p125"/>
          <p:cNvPicPr preferRelativeResize="0"/>
          <p:nvPr/>
        </p:nvPicPr>
        <p:blipFill rotWithShape="1">
          <a:blip r:embed="rId8">
            <a:alphaModFix/>
          </a:blip>
          <a:srcRect b="0" l="0" r="0" t="0"/>
          <a:stretch/>
        </p:blipFill>
        <p:spPr>
          <a:xfrm>
            <a:off x="288625" y="1721875"/>
            <a:ext cx="1827048" cy="799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gtEl>
                                        <p:attrNameLst>
                                          <p:attrName>style.visibility</p:attrName>
                                        </p:attrNameLst>
                                      </p:cBhvr>
                                      <p:to>
                                        <p:strVal val="visible"/>
                                      </p:to>
                                    </p:set>
                                    <p:animEffect filter="fade" transition="in">
                                      <p:cBhvr>
                                        <p:cTn dur="1000"/>
                                        <p:tgtEl>
                                          <p:spTgt spid="17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4" name="Shape 1754"/>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8" name="Shape 1758"/>
        <p:cNvGrpSpPr/>
        <p:nvPr/>
      </p:nvGrpSpPr>
      <p:grpSpPr>
        <a:xfrm>
          <a:off x="0" y="0"/>
          <a:ext cx="0" cy="0"/>
          <a:chOff x="0" y="0"/>
          <a:chExt cx="0" cy="0"/>
        </a:xfrm>
      </p:grpSpPr>
      <p:cxnSp>
        <p:nvCxnSpPr>
          <p:cNvPr id="1759" name="Google Shape;1759;p127"/>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760" name="Google Shape;1760;p127"/>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761" name="Google Shape;1761;p127"/>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762" name="Google Shape;1762;p127"/>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WORLD</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PHARMACISTS</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DAY</a:t>
            </a:r>
            <a:endParaRPr b="1" i="0" sz="2800" u="none" cap="none" strike="noStrike">
              <a:solidFill>
                <a:schemeClr val="dk1"/>
              </a:solidFill>
              <a:latin typeface="Inter"/>
              <a:ea typeface="Inter"/>
              <a:cs typeface="Inter"/>
              <a:sym typeface="Inter"/>
            </a:endParaRPr>
          </a:p>
        </p:txBody>
      </p:sp>
      <p:sp>
        <p:nvSpPr>
          <p:cNvPr id="1763" name="Google Shape;1763;p127"/>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764" name="Google Shape;1764;p127"/>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65" name="Google Shape;1765;p127"/>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66" name="Google Shape;1766;p127"/>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67" name="Google Shape;1767;p127"/>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768" name="Google Shape;1768;p127"/>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769" name="Google Shape;1769;p127"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770" name="Google Shape;1770;p127"/>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771" name="Google Shape;1771;p127"/>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772" name="Google Shape;1772;p127"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They comfort us with their words of assurance; they clear our doubts with their knowledge. Yes, medicines cure, but pharmacists care.  &#10;This World Pharmacists Day, Torque Pharma salutes each and every pharmacist who makes our life better with peerless commitment and dedication.&#10;&#10;.&#10;#Torque #TorquePharma #WorldPharmacistsDay #BetterTogether" id="1773" name="Google Shape;1773;p127" title="World Pharmacists Day | Torque Pharma | 25th September 2023">
            <a:hlinkClick r:id="rId6"/>
          </p:cNvPr>
          <p:cNvPicPr preferRelativeResize="0"/>
          <p:nvPr/>
        </p:nvPicPr>
        <p:blipFill rotWithShape="1">
          <a:blip r:embed="rId7">
            <a:alphaModFix/>
          </a:blip>
          <a:srcRect b="0" l="0" r="0" t="0"/>
          <a:stretch/>
        </p:blipFill>
        <p:spPr>
          <a:xfrm>
            <a:off x="3185700" y="1158688"/>
            <a:ext cx="5635600" cy="3170025"/>
          </a:xfrm>
          <a:prstGeom prst="rect">
            <a:avLst/>
          </a:prstGeom>
          <a:noFill/>
          <a:ln>
            <a:noFill/>
          </a:ln>
        </p:spPr>
      </p:pic>
      <p:pic>
        <p:nvPicPr>
          <p:cNvPr id="1774" name="Google Shape;1774;p127" title="torque.png"/>
          <p:cNvPicPr preferRelativeResize="0"/>
          <p:nvPr/>
        </p:nvPicPr>
        <p:blipFill rotWithShape="1">
          <a:blip r:embed="rId8">
            <a:alphaModFix/>
          </a:blip>
          <a:srcRect b="0" l="0" r="0" t="0"/>
          <a:stretch/>
        </p:blipFill>
        <p:spPr>
          <a:xfrm>
            <a:off x="11163" y="924450"/>
            <a:ext cx="1873775" cy="898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3"/>
                                        </p:tgtEl>
                                        <p:attrNameLst>
                                          <p:attrName>style.visibility</p:attrName>
                                        </p:attrNameLst>
                                      </p:cBhvr>
                                      <p:to>
                                        <p:strVal val="visible"/>
                                      </p:to>
                                    </p:set>
                                    <p:animEffect filter="fade" transition="in">
                                      <p:cBhvr>
                                        <p:cTn dur="1000"/>
                                        <p:tgtEl>
                                          <p:spTgt spid="17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8" name="Shape 1778"/>
        <p:cNvGrpSpPr/>
        <p:nvPr/>
      </p:nvGrpSpPr>
      <p:grpSpPr>
        <a:xfrm>
          <a:off x="0" y="0"/>
          <a:ext cx="0" cy="0"/>
          <a:chOff x="0" y="0"/>
          <a:chExt cx="0" cy="0"/>
        </a:xfrm>
      </p:grpSpPr>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2" name="Shape 1782"/>
        <p:cNvGrpSpPr/>
        <p:nvPr/>
      </p:nvGrpSpPr>
      <p:grpSpPr>
        <a:xfrm>
          <a:off x="0" y="0"/>
          <a:ext cx="0" cy="0"/>
          <a:chOff x="0" y="0"/>
          <a:chExt cx="0" cy="0"/>
        </a:xfrm>
      </p:grpSpPr>
      <p:cxnSp>
        <p:nvCxnSpPr>
          <p:cNvPr id="1783" name="Google Shape;1783;p129"/>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784" name="Google Shape;1784;p129"/>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785" name="Google Shape;1785;p129"/>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786" name="Google Shape;1786;p129"/>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787" name="Google Shape;1787;p129"/>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88" name="Google Shape;1788;p129"/>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89" name="Google Shape;1789;p129"/>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790" name="Google Shape;1790;p129"/>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791" name="Google Shape;1791;p129"/>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792" name="Google Shape;1792;p129"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793" name="Google Shape;1793;p129"/>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794" name="Google Shape;1794;p129"/>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795" name="Google Shape;1795;p129"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Sirf #EkMutthiChaawal &#10;Iss bade badlaav ki, ek choti si shuruaat&#10;&#10;Take a pledge and stand with India Gate Foods in combating food wastage, because &#10;'True Independence is Independence from Hunger!'&#10;-&#10;#IndependenceDay  #FreedomFromHunger #stopfoodwastage  #reducefoodwaste" id="1796" name="Google Shape;1796;p129" title="#EkMutthiChaawal">
            <a:hlinkClick r:id="rId6"/>
          </p:cNvPr>
          <p:cNvPicPr preferRelativeResize="0"/>
          <p:nvPr/>
        </p:nvPicPr>
        <p:blipFill rotWithShape="1">
          <a:blip r:embed="rId7">
            <a:alphaModFix/>
          </a:blip>
          <a:srcRect b="0" l="0" r="0" t="0"/>
          <a:stretch/>
        </p:blipFill>
        <p:spPr>
          <a:xfrm>
            <a:off x="3185700" y="1158688"/>
            <a:ext cx="5635600" cy="3170025"/>
          </a:xfrm>
          <a:prstGeom prst="rect">
            <a:avLst/>
          </a:prstGeom>
          <a:noFill/>
          <a:ln>
            <a:noFill/>
          </a:ln>
        </p:spPr>
      </p:pic>
      <p:sp>
        <p:nvSpPr>
          <p:cNvPr id="1797" name="Google Shape;1797;p129"/>
          <p:cNvSpPr txBox="1"/>
          <p:nvPr/>
        </p:nvSpPr>
        <p:spPr>
          <a:xfrm>
            <a:off x="288625" y="249342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Inter"/>
                <a:ea typeface="Inter"/>
                <a:cs typeface="Inter"/>
                <a:sym typeface="Inter"/>
              </a:rPr>
              <a:t>#EkMutthiChawal</a:t>
            </a:r>
            <a:endParaRPr b="1" i="0" sz="2500" u="none" cap="none" strike="noStrike">
              <a:solidFill>
                <a:schemeClr val="dk1"/>
              </a:solidFill>
              <a:latin typeface="Inter"/>
              <a:ea typeface="Inter"/>
              <a:cs typeface="Inter"/>
              <a:sym typeface="Inter"/>
            </a:endParaRPr>
          </a:p>
        </p:txBody>
      </p:sp>
      <p:pic>
        <p:nvPicPr>
          <p:cNvPr id="1798" name="Google Shape;1798;p129" title="india gate.png"/>
          <p:cNvPicPr preferRelativeResize="0"/>
          <p:nvPr/>
        </p:nvPicPr>
        <p:blipFill rotWithShape="1">
          <a:blip r:embed="rId8">
            <a:alphaModFix/>
          </a:blip>
          <a:srcRect b="-3328" l="6380" r="-6378" t="3329"/>
          <a:stretch/>
        </p:blipFill>
        <p:spPr>
          <a:xfrm>
            <a:off x="729288" y="1412800"/>
            <a:ext cx="2089472" cy="1001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6"/>
                                        </p:tgtEl>
                                        <p:attrNameLst>
                                          <p:attrName>style.visibility</p:attrName>
                                        </p:attrNameLst>
                                      </p:cBhvr>
                                      <p:to>
                                        <p:strVal val="visible"/>
                                      </p:to>
                                    </p:set>
                                    <p:animEffect filter="fade" transition="in">
                                      <p:cBhvr>
                                        <p:cTn dur="1000"/>
                                        <p:tgtEl>
                                          <p:spTgt spid="17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2" name="Shape 1802"/>
        <p:cNvGrpSpPr/>
        <p:nvPr/>
      </p:nvGrpSpPr>
      <p:grpSpPr>
        <a:xfrm>
          <a:off x="0" y="0"/>
          <a:ext cx="0" cy="0"/>
          <a:chOff x="0" y="0"/>
          <a:chExt cx="0" cy="0"/>
        </a:xfrm>
      </p:grpSpPr>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6" name="Shape 1806"/>
        <p:cNvGrpSpPr/>
        <p:nvPr/>
      </p:nvGrpSpPr>
      <p:grpSpPr>
        <a:xfrm>
          <a:off x="0" y="0"/>
          <a:ext cx="0" cy="0"/>
          <a:chOff x="0" y="0"/>
          <a:chExt cx="0" cy="0"/>
        </a:xfrm>
      </p:grpSpPr>
      <p:cxnSp>
        <p:nvCxnSpPr>
          <p:cNvPr id="1807" name="Google Shape;1807;p131"/>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808" name="Google Shape;1808;p131"/>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809" name="Google Shape;1809;p131"/>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810" name="Google Shape;1810;p131"/>
          <p:cNvSpPr txBox="1"/>
          <p:nvPr/>
        </p:nvSpPr>
        <p:spPr>
          <a:xfrm>
            <a:off x="288625" y="252392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MOTHER DAIRY</a:t>
            </a:r>
            <a:endParaRPr b="1" i="0" sz="2800" u="none" cap="none" strike="noStrike">
              <a:solidFill>
                <a:schemeClr val="dk1"/>
              </a:solidFill>
              <a:latin typeface="Inter"/>
              <a:ea typeface="Inter"/>
              <a:cs typeface="Inter"/>
              <a:sym typeface="Inter"/>
            </a:endParaRPr>
          </a:p>
        </p:txBody>
      </p:sp>
      <p:sp>
        <p:nvSpPr>
          <p:cNvPr id="1811" name="Google Shape;1811;p131"/>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812" name="Google Shape;1812;p131"/>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13" name="Google Shape;1813;p131"/>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14" name="Google Shape;1814;p131"/>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15" name="Google Shape;1815;p131"/>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816" name="Google Shape;1816;p131"/>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817" name="Google Shape;1817;p131"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818" name="Google Shape;1818;p131"/>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819" name="Google Shape;1819;p131"/>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820" name="Google Shape;1820;p131"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id="1821" name="Google Shape;1821;p131" title="Latest work, ￼ mother dairy #motherdairy #shoot #digitalmarketing  #vtpfilms @MotherDairyOfficial">
            <a:hlinkClick r:id="rId6"/>
          </p:cNvPr>
          <p:cNvPicPr preferRelativeResize="0"/>
          <p:nvPr/>
        </p:nvPicPr>
        <p:blipFill rotWithShape="1">
          <a:blip r:embed="rId7">
            <a:alphaModFix/>
          </a:blip>
          <a:srcRect b="0" l="0" r="0" t="0"/>
          <a:stretch/>
        </p:blipFill>
        <p:spPr>
          <a:xfrm>
            <a:off x="3185700" y="1250763"/>
            <a:ext cx="5635600" cy="3010825"/>
          </a:xfrm>
          <a:prstGeom prst="rect">
            <a:avLst/>
          </a:prstGeom>
          <a:noFill/>
          <a:ln>
            <a:noFill/>
          </a:ln>
        </p:spPr>
      </p:pic>
      <p:pic>
        <p:nvPicPr>
          <p:cNvPr id="1822" name="Google Shape;1822;p131" title="vtp films.png"/>
          <p:cNvPicPr preferRelativeResize="0"/>
          <p:nvPr/>
        </p:nvPicPr>
        <p:blipFill rotWithShape="1">
          <a:blip r:embed="rId8">
            <a:alphaModFix/>
          </a:blip>
          <a:srcRect b="9028" l="35224" r="40472" t="60836"/>
          <a:stretch/>
        </p:blipFill>
        <p:spPr>
          <a:xfrm>
            <a:off x="466955" y="1369787"/>
            <a:ext cx="1782613" cy="1059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1"/>
                                        </p:tgtEl>
                                        <p:attrNameLst>
                                          <p:attrName>style.visibility</p:attrName>
                                        </p:attrNameLst>
                                      </p:cBhvr>
                                      <p:to>
                                        <p:strVal val="visible"/>
                                      </p:to>
                                    </p:set>
                                    <p:animEffect filter="fade" transition="in">
                                      <p:cBhvr>
                                        <p:cTn dur="1000"/>
                                        <p:tgtEl>
                                          <p:spTgt spid="18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6" name="Shape 1826"/>
        <p:cNvGrpSpPr/>
        <p:nvPr/>
      </p:nvGrpSpPr>
      <p:grpSpPr>
        <a:xfrm>
          <a:off x="0" y="0"/>
          <a:ext cx="0" cy="0"/>
          <a:chOff x="0" y="0"/>
          <a:chExt cx="0" cy="0"/>
        </a:xfrm>
      </p:grpSpPr>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30" name="Shape 1830"/>
        <p:cNvGrpSpPr/>
        <p:nvPr/>
      </p:nvGrpSpPr>
      <p:grpSpPr>
        <a:xfrm>
          <a:off x="0" y="0"/>
          <a:ext cx="0" cy="0"/>
          <a:chOff x="0" y="0"/>
          <a:chExt cx="0" cy="0"/>
        </a:xfrm>
      </p:grpSpPr>
      <p:cxnSp>
        <p:nvCxnSpPr>
          <p:cNvPr id="1831" name="Google Shape;1831;p133"/>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832" name="Google Shape;1832;p133"/>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833" name="Google Shape;1833;p133"/>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834" name="Google Shape;1834;p133"/>
          <p:cNvSpPr txBox="1"/>
          <p:nvPr/>
        </p:nvSpPr>
        <p:spPr>
          <a:xfrm>
            <a:off x="288625" y="2197788"/>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PATANJALI</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DIVYA JAL</a:t>
            </a:r>
            <a:endParaRPr b="1" i="0" sz="2800" u="none" cap="none" strike="noStrike">
              <a:solidFill>
                <a:schemeClr val="dk1"/>
              </a:solidFill>
              <a:latin typeface="Inter"/>
              <a:ea typeface="Inter"/>
              <a:cs typeface="Inter"/>
              <a:sym typeface="Inter"/>
            </a:endParaRPr>
          </a:p>
        </p:txBody>
      </p:sp>
      <p:sp>
        <p:nvSpPr>
          <p:cNvPr id="1835" name="Google Shape;1835;p133"/>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836" name="Google Shape;1836;p133"/>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37" name="Google Shape;1837;p133"/>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38" name="Google Shape;1838;p133"/>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39" name="Google Shape;1839;p133"/>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840" name="Google Shape;1840;p133"/>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841" name="Google Shape;1841;p133"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842" name="Google Shape;1842;p133"/>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843" name="Google Shape;1843;p133"/>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844" name="Google Shape;1844;p133"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id="1845" name="Google Shape;1845;p133" title="Patanjali Divya Jal">
            <a:hlinkClick r:id="rId6"/>
          </p:cNvPr>
          <p:cNvPicPr preferRelativeResize="0"/>
          <p:nvPr/>
        </p:nvPicPr>
        <p:blipFill rotWithShape="1">
          <a:blip r:embed="rId7">
            <a:alphaModFix/>
          </a:blip>
          <a:srcRect b="0" l="0" r="0" t="0"/>
          <a:stretch/>
        </p:blipFill>
        <p:spPr>
          <a:xfrm>
            <a:off x="3185700" y="1208713"/>
            <a:ext cx="5635600" cy="2855125"/>
          </a:xfrm>
          <a:prstGeom prst="rect">
            <a:avLst/>
          </a:prstGeom>
          <a:noFill/>
          <a:ln>
            <a:noFill/>
          </a:ln>
        </p:spPr>
      </p:pic>
      <p:pic>
        <p:nvPicPr>
          <p:cNvPr id="1846" name="Google Shape;1846;p133" title="pngegg.png"/>
          <p:cNvPicPr preferRelativeResize="0"/>
          <p:nvPr/>
        </p:nvPicPr>
        <p:blipFill rotWithShape="1">
          <a:blip r:embed="rId8">
            <a:alphaModFix/>
          </a:blip>
          <a:srcRect b="0" l="0" r="0" t="0"/>
          <a:stretch/>
        </p:blipFill>
        <p:spPr>
          <a:xfrm>
            <a:off x="205700" y="1096200"/>
            <a:ext cx="2133701" cy="918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5"/>
                                        </p:tgtEl>
                                        <p:attrNameLst>
                                          <p:attrName>style.visibility</p:attrName>
                                        </p:attrNameLst>
                                      </p:cBhvr>
                                      <p:to>
                                        <p:strVal val="visible"/>
                                      </p:to>
                                    </p:set>
                                    <p:animEffect filter="fade" transition="in">
                                      <p:cBhvr>
                                        <p:cTn dur="1000"/>
                                        <p:tgtEl>
                                          <p:spTgt spid="18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0" name="Shape 1850"/>
        <p:cNvGrpSpPr/>
        <p:nvPr/>
      </p:nvGrpSpPr>
      <p:grpSpPr>
        <a:xfrm>
          <a:off x="0" y="0"/>
          <a:ext cx="0" cy="0"/>
          <a:chOff x="0" y="0"/>
          <a:chExt cx="0" cy="0"/>
        </a:xfrm>
      </p:grpSpPr>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54" name="Shape 1854"/>
        <p:cNvGrpSpPr/>
        <p:nvPr/>
      </p:nvGrpSpPr>
      <p:grpSpPr>
        <a:xfrm>
          <a:off x="0" y="0"/>
          <a:ext cx="0" cy="0"/>
          <a:chOff x="0" y="0"/>
          <a:chExt cx="0" cy="0"/>
        </a:xfrm>
      </p:grpSpPr>
      <p:cxnSp>
        <p:nvCxnSpPr>
          <p:cNvPr id="1855" name="Google Shape;1855;p135"/>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856" name="Google Shape;1856;p135"/>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857" name="Google Shape;1857;p135"/>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858" name="Google Shape;1858;p135"/>
          <p:cNvSpPr txBox="1"/>
          <p:nvPr/>
        </p:nvSpPr>
        <p:spPr>
          <a:xfrm>
            <a:off x="288625" y="2493425"/>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CHOTA SANTA</a:t>
            </a:r>
            <a:endParaRPr b="1" i="0" sz="2800" u="none" cap="none" strike="noStrike">
              <a:solidFill>
                <a:schemeClr val="dk1"/>
              </a:solidFill>
              <a:latin typeface="Inter"/>
              <a:ea typeface="Inter"/>
              <a:cs typeface="Inter"/>
              <a:sym typeface="Inter"/>
            </a:endParaRPr>
          </a:p>
        </p:txBody>
      </p:sp>
      <p:sp>
        <p:nvSpPr>
          <p:cNvPr id="1859" name="Google Shape;1859;p135"/>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860" name="Google Shape;1860;p135"/>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61" name="Google Shape;1861;p135"/>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62" name="Google Shape;1862;p135"/>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63" name="Google Shape;1863;p135"/>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864" name="Google Shape;1864;p135"/>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865" name="Google Shape;1865;p135"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866" name="Google Shape;1866;p135"/>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867" name="Google Shape;1867;p135"/>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868" name="Google Shape;1868;p135"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The joy of Christmas is in the  joy of sharing it with others. &#10;Iss Christmas, kijiye apne chote Santa ko tayaar, banane ko sabka Christmas merry aur dijiye sabko ek vajah muskurane ki.&#10;Toh aapka #ChotaSanta kaise kisi ka Christmas Merry Bana Raha hai?" id="1869" name="Google Shape;1869;p135" title="Dhara #ChotaSanta">
            <a:hlinkClick r:id="rId6"/>
          </p:cNvPr>
          <p:cNvPicPr preferRelativeResize="0"/>
          <p:nvPr/>
        </p:nvPicPr>
        <p:blipFill rotWithShape="1">
          <a:blip r:embed="rId7">
            <a:alphaModFix/>
          </a:blip>
          <a:srcRect b="0" l="0" r="0" t="0"/>
          <a:stretch/>
        </p:blipFill>
        <p:spPr>
          <a:xfrm>
            <a:off x="3185700" y="1163688"/>
            <a:ext cx="5635600" cy="2945163"/>
          </a:xfrm>
          <a:prstGeom prst="rect">
            <a:avLst/>
          </a:prstGeom>
          <a:noFill/>
          <a:ln>
            <a:noFill/>
          </a:ln>
        </p:spPr>
      </p:pic>
      <p:pic>
        <p:nvPicPr>
          <p:cNvPr id="1870" name="Google Shape;1870;p135" title="dhara.png"/>
          <p:cNvPicPr preferRelativeResize="0"/>
          <p:nvPr/>
        </p:nvPicPr>
        <p:blipFill rotWithShape="1">
          <a:blip r:embed="rId8">
            <a:alphaModFix/>
          </a:blip>
          <a:srcRect b="0" l="0" r="0" t="0"/>
          <a:stretch/>
        </p:blipFill>
        <p:spPr>
          <a:xfrm>
            <a:off x="-162426" y="1695075"/>
            <a:ext cx="2122001" cy="10173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9"/>
                                        </p:tgtEl>
                                        <p:attrNameLst>
                                          <p:attrName>style.visibility</p:attrName>
                                        </p:attrNameLst>
                                      </p:cBhvr>
                                      <p:to>
                                        <p:strVal val="visible"/>
                                      </p:to>
                                    </p:set>
                                    <p:animEffect filter="fade" transition="in">
                                      <p:cBhvr>
                                        <p:cTn dur="1000"/>
                                        <p:tgtEl>
                                          <p:spTgt spid="18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4" name="Shape 1874"/>
        <p:cNvGrpSpPr/>
        <p:nvPr/>
      </p:nvGrpSpPr>
      <p:grpSpPr>
        <a:xfrm>
          <a:off x="0" y="0"/>
          <a:ext cx="0" cy="0"/>
          <a:chOff x="0" y="0"/>
          <a:chExt cx="0" cy="0"/>
        </a:xfrm>
      </p:grpSpPr>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8" name="Shape 1878"/>
        <p:cNvGrpSpPr/>
        <p:nvPr/>
      </p:nvGrpSpPr>
      <p:grpSpPr>
        <a:xfrm>
          <a:off x="0" y="0"/>
          <a:ext cx="0" cy="0"/>
          <a:chOff x="0" y="0"/>
          <a:chExt cx="0" cy="0"/>
        </a:xfrm>
      </p:grpSpPr>
      <p:cxnSp>
        <p:nvCxnSpPr>
          <p:cNvPr id="1879" name="Google Shape;1879;p137"/>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880" name="Google Shape;1880;p137"/>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881" name="Google Shape;1881;p137"/>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882" name="Google Shape;1882;p137"/>
          <p:cNvSpPr txBox="1"/>
          <p:nvPr/>
        </p:nvSpPr>
        <p:spPr>
          <a:xfrm>
            <a:off x="288625" y="165525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DESH KI SHAN,</a:t>
            </a:r>
            <a:endParaRPr b="1" i="0" sz="28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KISHAN KE PHECHAN</a:t>
            </a:r>
            <a:endParaRPr b="1" i="0" sz="2800" u="none" cap="none" strike="noStrike">
              <a:solidFill>
                <a:schemeClr val="dk1"/>
              </a:solidFill>
              <a:latin typeface="Inter"/>
              <a:ea typeface="Inter"/>
              <a:cs typeface="Inter"/>
              <a:sym typeface="Inter"/>
            </a:endParaRPr>
          </a:p>
        </p:txBody>
      </p:sp>
      <p:sp>
        <p:nvSpPr>
          <p:cNvPr id="1883" name="Google Shape;1883;p137"/>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884" name="Google Shape;1884;p137"/>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85" name="Google Shape;1885;p137"/>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86" name="Google Shape;1886;p137"/>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887" name="Google Shape;1887;p137"/>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888" name="Google Shape;1888;p137"/>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889" name="Google Shape;1889;p137"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890" name="Google Shape;1890;p137"/>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891" name="Google Shape;1891;p137"/>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892" name="Google Shape;1892;p137"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एक दिन की नहीं, सालों की मेहनत का अंज़ाम है कि आज ट्रैक्टर ब्रांड देश की शान, किसान की पहचान है l &#10;&#10;इस पहचान की धुन पर अब झूमेगा हर किसान, बना है ये उनका अभिमान l &#10;&#10;आप भी पहचान की ये नई धुन सुनिए और झूमिए !&#10;&#10;#IIL #TractorBrand #CropCareProducts #CropCare #Pesticides #Agriculture #Farmers #NewAnthem #TractorBrandAnthem #Itsout #DeshKiShanKisanKiPehchan" id="1893" name="Google Shape;1893;p137" title="देश की शान, किसान की पहचान - #IIL का #TractorBrand">
            <a:hlinkClick r:id="rId6"/>
          </p:cNvPr>
          <p:cNvPicPr preferRelativeResize="0"/>
          <p:nvPr/>
        </p:nvPicPr>
        <p:blipFill rotWithShape="1">
          <a:blip r:embed="rId7">
            <a:alphaModFix/>
          </a:blip>
          <a:srcRect b="0" l="0" r="0" t="0"/>
          <a:stretch/>
        </p:blipFill>
        <p:spPr>
          <a:xfrm>
            <a:off x="3185700" y="1221913"/>
            <a:ext cx="5635600" cy="2945150"/>
          </a:xfrm>
          <a:prstGeom prst="rect">
            <a:avLst/>
          </a:prstGeom>
          <a:noFill/>
          <a:ln>
            <a:noFill/>
          </a:ln>
        </p:spPr>
      </p:pic>
      <p:pic>
        <p:nvPicPr>
          <p:cNvPr id="1894" name="Google Shape;1894;p137" title="insecticides.png"/>
          <p:cNvPicPr preferRelativeResize="0"/>
          <p:nvPr/>
        </p:nvPicPr>
        <p:blipFill rotWithShape="1">
          <a:blip r:embed="rId8">
            <a:alphaModFix/>
          </a:blip>
          <a:srcRect b="0" l="0" r="0" t="0"/>
          <a:stretch/>
        </p:blipFill>
        <p:spPr>
          <a:xfrm>
            <a:off x="-85011" y="705275"/>
            <a:ext cx="2066126" cy="99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3"/>
                                        </p:tgtEl>
                                        <p:attrNameLst>
                                          <p:attrName>style.visibility</p:attrName>
                                        </p:attrNameLst>
                                      </p:cBhvr>
                                      <p:to>
                                        <p:strVal val="visible"/>
                                      </p:to>
                                    </p:set>
                                    <p:animEffect filter="fade" transition="in">
                                      <p:cBhvr>
                                        <p:cTn dur="1000"/>
                                        <p:tgtEl>
                                          <p:spTgt spid="18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8" name="Shape 1898"/>
        <p:cNvGrpSpPr/>
        <p:nvPr/>
      </p:nvGrpSpPr>
      <p:grpSpPr>
        <a:xfrm>
          <a:off x="0" y="0"/>
          <a:ext cx="0" cy="0"/>
          <a:chOff x="0" y="0"/>
          <a:chExt cx="0" cy="0"/>
        </a:xfrm>
      </p:grpSpPr>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02" name="Shape 1902"/>
        <p:cNvGrpSpPr/>
        <p:nvPr/>
      </p:nvGrpSpPr>
      <p:grpSpPr>
        <a:xfrm>
          <a:off x="0" y="0"/>
          <a:ext cx="0" cy="0"/>
          <a:chOff x="0" y="0"/>
          <a:chExt cx="0" cy="0"/>
        </a:xfrm>
      </p:grpSpPr>
      <p:cxnSp>
        <p:nvCxnSpPr>
          <p:cNvPr id="1903" name="Google Shape;1903;p139"/>
          <p:cNvCxnSpPr/>
          <p:nvPr/>
        </p:nvCxnSpPr>
        <p:spPr>
          <a:xfrm>
            <a:off x="283850" y="285900"/>
            <a:ext cx="8573100" cy="0"/>
          </a:xfrm>
          <a:prstGeom prst="straightConnector1">
            <a:avLst/>
          </a:prstGeom>
          <a:noFill/>
          <a:ln cap="flat" cmpd="sng" w="9525">
            <a:solidFill>
              <a:schemeClr val="dk1"/>
            </a:solidFill>
            <a:prstDash val="solid"/>
            <a:round/>
            <a:headEnd len="sm" w="sm" type="none"/>
            <a:tailEnd len="sm" w="sm" type="none"/>
          </a:ln>
        </p:spPr>
      </p:cxnSp>
      <p:cxnSp>
        <p:nvCxnSpPr>
          <p:cNvPr id="1904" name="Google Shape;1904;p139"/>
          <p:cNvCxnSpPr/>
          <p:nvPr/>
        </p:nvCxnSpPr>
        <p:spPr>
          <a:xfrm>
            <a:off x="283850" y="4683725"/>
            <a:ext cx="8573100" cy="0"/>
          </a:xfrm>
          <a:prstGeom prst="straightConnector1">
            <a:avLst/>
          </a:prstGeom>
          <a:noFill/>
          <a:ln cap="flat" cmpd="sng" w="9525">
            <a:solidFill>
              <a:schemeClr val="dk1"/>
            </a:solidFill>
            <a:prstDash val="solid"/>
            <a:round/>
            <a:headEnd len="sm" w="sm" type="none"/>
            <a:tailEnd len="sm" w="sm" type="none"/>
          </a:ln>
        </p:spPr>
      </p:cxnSp>
      <p:sp>
        <p:nvSpPr>
          <p:cNvPr id="1905" name="Google Shape;1905;p139"/>
          <p:cNvSpPr txBox="1"/>
          <p:nvPr>
            <p:ph idx="1" type="subTitle"/>
          </p:nvPr>
        </p:nvSpPr>
        <p:spPr>
          <a:xfrm>
            <a:off x="284850" y="3233317"/>
            <a:ext cx="2285700" cy="12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rPr lang="en" sz="1100">
                <a:solidFill>
                  <a:schemeClr val="dk1"/>
                </a:solidFill>
                <a:latin typeface="Arial"/>
                <a:ea typeface="Arial"/>
                <a:cs typeface="Arial"/>
                <a:sym typeface="Arial"/>
              </a:rPr>
              <a:t>A </a:t>
            </a:r>
            <a:r>
              <a:rPr b="1" lang="en" sz="1100">
                <a:solidFill>
                  <a:schemeClr val="dk1"/>
                </a:solidFill>
                <a:latin typeface="Arial"/>
                <a:ea typeface="Arial"/>
                <a:cs typeface="Arial"/>
                <a:sym typeface="Arial"/>
              </a:rPr>
              <a:t>JK Cement TileMaxX</a:t>
            </a:r>
            <a:r>
              <a:rPr lang="en" sz="1100">
                <a:solidFill>
                  <a:schemeClr val="dk1"/>
                </a:solidFill>
                <a:latin typeface="Arial"/>
                <a:ea typeface="Arial"/>
                <a:cs typeface="Arial"/>
                <a:sym typeface="Arial"/>
              </a:rPr>
              <a:t> promotional video from the </a:t>
            </a:r>
            <a:r>
              <a:rPr i="1" lang="en" sz="1100">
                <a:solidFill>
                  <a:schemeClr val="dk1"/>
                </a:solidFill>
                <a:latin typeface="Arial"/>
                <a:ea typeface="Arial"/>
                <a:cs typeface="Arial"/>
                <a:sym typeface="Arial"/>
              </a:rPr>
              <a:t>“Fikar Not, MaxX Hai Na!”</a:t>
            </a:r>
            <a:r>
              <a:rPr lang="en" sz="1100">
                <a:solidFill>
                  <a:schemeClr val="dk1"/>
                </a:solidFill>
                <a:latin typeface="Arial"/>
                <a:ea typeface="Arial"/>
                <a:cs typeface="Arial"/>
                <a:sym typeface="Arial"/>
              </a:rPr>
              <a:t> campaign showcasing the brand’s TileMaxX product with catchy visuals and messaging about reliable building solutions.</a:t>
            </a:r>
            <a:endParaRPr sz="1100">
              <a:solidFill>
                <a:schemeClr val="dk1"/>
              </a:solidFill>
              <a:latin typeface="Arial"/>
              <a:ea typeface="Arial"/>
              <a:cs typeface="Arial"/>
              <a:sym typeface="Arial"/>
            </a:endParaRPr>
          </a:p>
        </p:txBody>
      </p:sp>
      <p:sp>
        <p:nvSpPr>
          <p:cNvPr id="1906" name="Google Shape;1906;p139"/>
          <p:cNvSpPr txBox="1"/>
          <p:nvPr/>
        </p:nvSpPr>
        <p:spPr>
          <a:xfrm>
            <a:off x="288625" y="1909600"/>
            <a:ext cx="3173400" cy="48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Inter"/>
                <a:ea typeface="Inter"/>
                <a:cs typeface="Inter"/>
                <a:sym typeface="Inter"/>
              </a:rPr>
              <a:t>EK BAAR PHIR INDIA KA PRANAM, HAR KISAN KE NAAM</a:t>
            </a:r>
            <a:endParaRPr b="1" i="0" sz="2200" u="none" cap="none" strike="noStrike">
              <a:solidFill>
                <a:schemeClr val="dk1"/>
              </a:solidFill>
              <a:latin typeface="Inter"/>
              <a:ea typeface="Inter"/>
              <a:cs typeface="Inter"/>
              <a:sym typeface="Inter"/>
            </a:endParaRPr>
          </a:p>
        </p:txBody>
      </p:sp>
      <p:sp>
        <p:nvSpPr>
          <p:cNvPr id="1907" name="Google Shape;1907;p139"/>
          <p:cNvSpPr txBox="1"/>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Inter"/>
                <a:ea typeface="Inter"/>
                <a:cs typeface="Inter"/>
                <a:sym typeface="Inter"/>
              </a:rPr>
              <a:t>‹#›</a:t>
            </a:fld>
            <a:endParaRPr b="0" i="0" sz="600" u="none" cap="none" strike="noStrike">
              <a:solidFill>
                <a:schemeClr val="dk1"/>
              </a:solidFill>
              <a:latin typeface="Inter"/>
              <a:ea typeface="Inter"/>
              <a:cs typeface="Inter"/>
              <a:sym typeface="Inter"/>
            </a:endParaRPr>
          </a:p>
        </p:txBody>
      </p:sp>
      <p:sp>
        <p:nvSpPr>
          <p:cNvPr id="1908" name="Google Shape;1908;p139"/>
          <p:cNvSpPr txBox="1"/>
          <p:nvPr/>
        </p:nvSpPr>
        <p:spPr>
          <a:xfrm>
            <a:off x="462975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909" name="Google Shape;1909;p139"/>
          <p:cNvSpPr txBox="1"/>
          <p:nvPr/>
        </p:nvSpPr>
        <p:spPr>
          <a:xfrm>
            <a:off x="6086100" y="4778975"/>
            <a:ext cx="1328400" cy="7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910" name="Google Shape;1910;p139"/>
          <p:cNvSpPr txBox="1"/>
          <p:nvPr/>
        </p:nvSpPr>
        <p:spPr>
          <a:xfrm>
            <a:off x="288625" y="4778975"/>
            <a:ext cx="4227300" cy="831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0000"/>
              </a:buClr>
              <a:buSzPts val="600"/>
              <a:buFont typeface="Arial"/>
              <a:buNone/>
            </a:pPr>
            <a:r>
              <a:t/>
            </a:r>
            <a:endParaRPr b="0" i="0" sz="600" u="none" cap="none" strike="noStrike">
              <a:solidFill>
                <a:schemeClr val="lt1"/>
              </a:solidFill>
              <a:latin typeface="Inter"/>
              <a:ea typeface="Inter"/>
              <a:cs typeface="Inter"/>
              <a:sym typeface="Inter"/>
            </a:endParaRPr>
          </a:p>
        </p:txBody>
      </p:sp>
      <p:sp>
        <p:nvSpPr>
          <p:cNvPr id="1911" name="Google Shape;1911;p139"/>
          <p:cNvSpPr txBox="1"/>
          <p:nvPr>
            <p:ph idx="2" type="title"/>
          </p:nvPr>
        </p:nvSpPr>
        <p:spPr>
          <a:xfrm>
            <a:off x="7414500" y="4778975"/>
            <a:ext cx="1328400" cy="762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SzPts val="600"/>
              <a:buNone/>
            </a:pPr>
            <a:r>
              <a:rPr lang="en">
                <a:solidFill>
                  <a:schemeClr val="dk1"/>
                </a:solidFill>
              </a:rPr>
              <a:t>GOOD JUJU, GREAT FILMS.</a:t>
            </a:r>
            <a:endParaRPr>
              <a:solidFill>
                <a:schemeClr val="dk1"/>
              </a:solidFill>
            </a:endParaRPr>
          </a:p>
        </p:txBody>
      </p:sp>
      <p:cxnSp>
        <p:nvCxnSpPr>
          <p:cNvPr id="1912" name="Google Shape;1912;p139"/>
          <p:cNvCxnSpPr/>
          <p:nvPr/>
        </p:nvCxnSpPr>
        <p:spPr>
          <a:xfrm>
            <a:off x="283850" y="3107569"/>
            <a:ext cx="3173400" cy="900"/>
          </a:xfrm>
          <a:prstGeom prst="straightConnector1">
            <a:avLst/>
          </a:prstGeom>
          <a:noFill/>
          <a:ln cap="flat" cmpd="sng" w="9525">
            <a:solidFill>
              <a:schemeClr val="dk1"/>
            </a:solidFill>
            <a:prstDash val="solid"/>
            <a:round/>
            <a:headEnd len="sm" w="sm" type="none"/>
            <a:tailEnd len="sm" w="sm" type="none"/>
          </a:ln>
        </p:spPr>
      </p:cxnSp>
      <p:pic>
        <p:nvPicPr>
          <p:cNvPr id="1913" name="Google Shape;1913;p139" title="JUJU-6.png"/>
          <p:cNvPicPr preferRelativeResize="0"/>
          <p:nvPr/>
        </p:nvPicPr>
        <p:blipFill rotWithShape="1">
          <a:blip r:embed="rId4">
            <a:alphaModFix/>
          </a:blip>
          <a:srcRect b="0" l="0" r="0" t="0"/>
          <a:stretch/>
        </p:blipFill>
        <p:spPr>
          <a:xfrm>
            <a:off x="8572291" y="384975"/>
            <a:ext cx="249019" cy="320300"/>
          </a:xfrm>
          <a:prstGeom prst="rect">
            <a:avLst/>
          </a:prstGeom>
          <a:noFill/>
          <a:ln>
            <a:noFill/>
          </a:ln>
        </p:spPr>
      </p:pic>
      <p:sp>
        <p:nvSpPr>
          <p:cNvPr id="1914" name="Google Shape;1914;p139"/>
          <p:cNvSpPr txBox="1"/>
          <p:nvPr>
            <p:ph idx="2" type="title"/>
          </p:nvPr>
        </p:nvSpPr>
        <p:spPr>
          <a:xfrm>
            <a:off x="283850" y="47440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www.jujuindia.com</a:t>
            </a:r>
            <a:endParaRPr>
              <a:solidFill>
                <a:schemeClr val="dk1"/>
              </a:solidFill>
            </a:endParaRPr>
          </a:p>
        </p:txBody>
      </p:sp>
      <p:sp>
        <p:nvSpPr>
          <p:cNvPr id="1915" name="Google Shape;1915;p139"/>
          <p:cNvSpPr txBox="1"/>
          <p:nvPr>
            <p:ph idx="2" type="title"/>
          </p:nvPr>
        </p:nvSpPr>
        <p:spPr>
          <a:xfrm>
            <a:off x="283850" y="344013"/>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solidFill>
                  <a:schemeClr val="dk1"/>
                </a:solidFill>
              </a:rPr>
              <a:t>JUJU FILMS</a:t>
            </a:r>
            <a:endParaRPr>
              <a:solidFill>
                <a:schemeClr val="dk1"/>
              </a:solidFill>
            </a:endParaRPr>
          </a:p>
        </p:txBody>
      </p:sp>
      <p:pic>
        <p:nvPicPr>
          <p:cNvPr id="1916" name="Google Shape;1916;p139" title="JUJU-2.png"/>
          <p:cNvPicPr preferRelativeResize="0"/>
          <p:nvPr/>
        </p:nvPicPr>
        <p:blipFill rotWithShape="1">
          <a:blip r:embed="rId5">
            <a:alphaModFix/>
          </a:blip>
          <a:srcRect b="16680" l="0" r="61734" t="0"/>
          <a:stretch/>
        </p:blipFill>
        <p:spPr>
          <a:xfrm>
            <a:off x="7897105" y="344024"/>
            <a:ext cx="641171" cy="361250"/>
          </a:xfrm>
          <a:prstGeom prst="rect">
            <a:avLst/>
          </a:prstGeom>
          <a:noFill/>
          <a:ln>
            <a:noFill/>
          </a:ln>
        </p:spPr>
      </p:pic>
      <p:pic>
        <p:nvPicPr>
          <p:cNvPr descr="एक बार फिर देश करेगा हर किसान को नमन।  &#10;पिछले 44 वर्षों में, धानुका ने हर किसान के जीवन को करीब से समझा है। उनकी मेहनत व समर्पण को सराहा है, और उनसे प्रेरणा ली है। हम एक ऐसे भविष्य की कल्पना करते हैं जो देश की जड़ों से जुड़ा हो, जिसकी नींव देश की मिट्टी से जुड़ी हो। एक ऐसा भविष्य जहाँ देश का विकास कृषि से जुड़े। अब कृषि और किसान दोनों सशक्त हो रहे हैं, अब विकास की गति बढ़ रही है।  &#10;आइए, धानुका के साथ मिलकर इस नई सुबह एक नई शुरुआत का हिस्सा बनें।  &#10;इस अभियान से जुड़ें और कॉमेंट सेक्शन में लिखें: &quot;इंडिया का प्रणाम हर किसान के नाम।&quot;&#10;.&#10;.&#10;.&#10;.&#10;.&#10;#DhanukaAgritech #IndiaKaPranamHarKisanKeNaam #DreamBig #BadeSapne #farming #indianfarmers #farmerlife #sustainablefarming #agricultureandfarming #indiakapranaam #harkisankenaam #solution #cropsolutions #crop #farm #farmer #agriculture #respect #tribute #kisan #gratitude #salute #ikp #filmlaunch #sustainability #sapne #khetibaadi #trending #viral #instagram #explorepage #explore #instagood #love #fashion #reels #follow #trend #like #india #instadaily #followforfollowback #likeforlikes #foryou #trendingreels #trendingnow #style #music #reelsinstagram #viralpost #insta" id="1917" name="Google Shape;1917;p139" title="एक बार फिर...इंडिया का प्रणाम हर किसान के नाम | Hindi">
            <a:hlinkClick r:id="rId6"/>
          </p:cNvPr>
          <p:cNvPicPr preferRelativeResize="0"/>
          <p:nvPr/>
        </p:nvPicPr>
        <p:blipFill rotWithShape="1">
          <a:blip r:embed="rId7">
            <a:alphaModFix/>
          </a:blip>
          <a:srcRect b="0" l="0" r="0" t="0"/>
          <a:stretch/>
        </p:blipFill>
        <p:spPr>
          <a:xfrm>
            <a:off x="3185700" y="1221925"/>
            <a:ext cx="5635600" cy="2945150"/>
          </a:xfrm>
          <a:prstGeom prst="rect">
            <a:avLst/>
          </a:prstGeom>
          <a:noFill/>
          <a:ln>
            <a:noFill/>
          </a:ln>
        </p:spPr>
      </p:pic>
      <p:pic>
        <p:nvPicPr>
          <p:cNvPr id="1918" name="Google Shape;1918;p139" title="dhanuka.png"/>
          <p:cNvPicPr preferRelativeResize="0"/>
          <p:nvPr/>
        </p:nvPicPr>
        <p:blipFill rotWithShape="1">
          <a:blip r:embed="rId8">
            <a:alphaModFix/>
          </a:blip>
          <a:srcRect b="0" l="0" r="0" t="0"/>
          <a:stretch/>
        </p:blipFill>
        <p:spPr>
          <a:xfrm>
            <a:off x="-741949" y="520745"/>
            <a:ext cx="2825001" cy="13544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7"/>
                                        </p:tgtEl>
                                        <p:attrNameLst>
                                          <p:attrName>style.visibility</p:attrName>
                                        </p:attrNameLst>
                                      </p:cBhvr>
                                      <p:to>
                                        <p:strVal val="visible"/>
                                      </p:to>
                                    </p:set>
                                    <p:animEffect filter="fade" transition="in">
                                      <p:cBhvr>
                                        <p:cTn dur="1000"/>
                                        <p:tgtEl>
                                          <p:spTgt spid="19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2" name="Shape 1922"/>
        <p:cNvGrpSpPr/>
        <p:nvPr/>
      </p:nvGrpSpPr>
      <p:grpSpPr>
        <a:xfrm>
          <a:off x="0" y="0"/>
          <a:ext cx="0" cy="0"/>
          <a:chOff x="0" y="0"/>
          <a:chExt cx="0" cy="0"/>
        </a:xfrm>
      </p:grpSpPr>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6" name="Shape 1926"/>
        <p:cNvGrpSpPr/>
        <p:nvPr/>
      </p:nvGrpSpPr>
      <p:grpSpPr>
        <a:xfrm>
          <a:off x="0" y="0"/>
          <a:ext cx="0" cy="0"/>
          <a:chOff x="0" y="0"/>
          <a:chExt cx="0" cy="0"/>
        </a:xfrm>
      </p:grpSpPr>
      <p:sp>
        <p:nvSpPr>
          <p:cNvPr id="1927" name="Google Shape;1927;p141"/>
          <p:cNvSpPr/>
          <p:nvPr/>
        </p:nvSpPr>
        <p:spPr>
          <a:xfrm>
            <a:off x="5524100" y="3217800"/>
            <a:ext cx="3335400" cy="1465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a:ea typeface="Inter"/>
              <a:cs typeface="Inter"/>
              <a:sym typeface="Inter"/>
            </a:endParaRPr>
          </a:p>
        </p:txBody>
      </p:sp>
      <p:sp>
        <p:nvSpPr>
          <p:cNvPr id="1928" name="Google Shape;1928;p141"/>
          <p:cNvSpPr/>
          <p:nvPr/>
        </p:nvSpPr>
        <p:spPr>
          <a:xfrm>
            <a:off x="5524100" y="3257400"/>
            <a:ext cx="3335400" cy="140700"/>
          </a:xfrm>
          <a:prstGeom prst="rect">
            <a:avLst/>
          </a:prstGeom>
          <a:solidFill>
            <a:srgbClr val="E0666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a:ea typeface="Inter"/>
              <a:cs typeface="Inter"/>
              <a:sym typeface="Inter"/>
            </a:endParaRPr>
          </a:p>
        </p:txBody>
      </p:sp>
      <p:cxnSp>
        <p:nvCxnSpPr>
          <p:cNvPr id="1929" name="Google Shape;1929;p141"/>
          <p:cNvCxnSpPr/>
          <p:nvPr/>
        </p:nvCxnSpPr>
        <p:spPr>
          <a:xfrm>
            <a:off x="283850" y="3217783"/>
            <a:ext cx="8573100" cy="0"/>
          </a:xfrm>
          <a:prstGeom prst="straightConnector1">
            <a:avLst/>
          </a:prstGeom>
          <a:noFill/>
          <a:ln cap="flat" cmpd="sng" w="9525">
            <a:solidFill>
              <a:schemeClr val="dk1"/>
            </a:solidFill>
            <a:prstDash val="solid"/>
            <a:round/>
            <a:headEnd len="sm" w="sm" type="none"/>
            <a:tailEnd len="sm" w="sm" type="none"/>
          </a:ln>
        </p:spPr>
      </p:cxnSp>
      <p:cxnSp>
        <p:nvCxnSpPr>
          <p:cNvPr id="1930" name="Google Shape;1930;p141"/>
          <p:cNvCxnSpPr/>
          <p:nvPr/>
        </p:nvCxnSpPr>
        <p:spPr>
          <a:xfrm>
            <a:off x="283850" y="829634"/>
            <a:ext cx="8573100" cy="0"/>
          </a:xfrm>
          <a:prstGeom prst="straightConnector1">
            <a:avLst/>
          </a:prstGeom>
          <a:noFill/>
          <a:ln cap="flat" cmpd="sng" w="9525">
            <a:solidFill>
              <a:schemeClr val="dk1"/>
            </a:solidFill>
            <a:prstDash val="solid"/>
            <a:round/>
            <a:headEnd len="sm" w="sm" type="none"/>
            <a:tailEnd len="sm" w="sm" type="none"/>
          </a:ln>
        </p:spPr>
      </p:cxnSp>
      <p:sp>
        <p:nvSpPr>
          <p:cNvPr id="1931" name="Google Shape;1931;p141"/>
          <p:cNvSpPr txBox="1"/>
          <p:nvPr>
            <p:ph type="title"/>
          </p:nvPr>
        </p:nvSpPr>
        <p:spPr>
          <a:xfrm>
            <a:off x="283850" y="230676"/>
            <a:ext cx="6683700" cy="1236900"/>
          </a:xfrm>
          <a:prstGeom prst="rect">
            <a:avLst/>
          </a:prstGeom>
          <a:noFill/>
          <a:ln>
            <a:noFill/>
          </a:ln>
        </p:spPr>
        <p:txBody>
          <a:bodyPr anchorCtr="0" anchor="t" bIns="91425" lIns="0" spcFirstLastPara="1" rIns="91425" wrap="square" tIns="91425">
            <a:noAutofit/>
          </a:bodyPr>
          <a:lstStyle/>
          <a:p>
            <a:pPr indent="0" lvl="0" marL="0" rtl="0" algn="l">
              <a:lnSpc>
                <a:spcPct val="70000"/>
              </a:lnSpc>
              <a:spcBef>
                <a:spcPts val="0"/>
              </a:spcBef>
              <a:spcAft>
                <a:spcPts val="0"/>
              </a:spcAft>
              <a:buSzPts val="6000"/>
              <a:buNone/>
            </a:pPr>
            <a:r>
              <a:rPr lang="en"/>
              <a:t>Thank you!</a:t>
            </a:r>
            <a:endParaRPr/>
          </a:p>
        </p:txBody>
      </p:sp>
      <p:sp>
        <p:nvSpPr>
          <p:cNvPr id="1932" name="Google Shape;1932;p141"/>
          <p:cNvSpPr txBox="1"/>
          <p:nvPr>
            <p:ph idx="1" type="subTitle"/>
          </p:nvPr>
        </p:nvSpPr>
        <p:spPr>
          <a:xfrm>
            <a:off x="6338700" y="3716975"/>
            <a:ext cx="2386500" cy="804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200"/>
              <a:buNone/>
            </a:pPr>
            <a:r>
              <a:t/>
            </a:r>
            <a:endParaRPr/>
          </a:p>
          <a:p>
            <a:pPr indent="0" lvl="0" marL="0" rtl="0" algn="l">
              <a:lnSpc>
                <a:spcPct val="115000"/>
              </a:lnSpc>
              <a:spcBef>
                <a:spcPts val="0"/>
              </a:spcBef>
              <a:spcAft>
                <a:spcPts val="0"/>
              </a:spcAft>
              <a:buSzPts val="1200"/>
              <a:buNone/>
            </a:pPr>
            <a:r>
              <a:t/>
            </a:r>
            <a:endParaRPr/>
          </a:p>
          <a:p>
            <a:pPr indent="0" lvl="0" marL="0" rtl="0" algn="l">
              <a:lnSpc>
                <a:spcPct val="115000"/>
              </a:lnSpc>
              <a:spcBef>
                <a:spcPts val="0"/>
              </a:spcBef>
              <a:spcAft>
                <a:spcPts val="0"/>
              </a:spcAft>
              <a:buSzPts val="1200"/>
              <a:buNone/>
            </a:pPr>
            <a:r>
              <a:t/>
            </a:r>
            <a:endParaRPr/>
          </a:p>
          <a:p>
            <a:pPr indent="0" lvl="0" marL="0" rtl="0" algn="r">
              <a:lnSpc>
                <a:spcPct val="115000"/>
              </a:lnSpc>
              <a:spcBef>
                <a:spcPts val="0"/>
              </a:spcBef>
              <a:spcAft>
                <a:spcPts val="0"/>
              </a:spcAft>
              <a:buSzPts val="1200"/>
              <a:buNone/>
            </a:pPr>
            <a:r>
              <a:rPr lang="en"/>
              <a:t>www.jujuindia.com</a:t>
            </a:r>
            <a:endParaRPr/>
          </a:p>
        </p:txBody>
      </p:sp>
      <p:sp>
        <p:nvSpPr>
          <p:cNvPr id="1933" name="Google Shape;1933;p14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600"/>
              <a:buNone/>
            </a:pPr>
            <a:fld id="{00000000-1234-1234-1234-123412341234}" type="slidenum">
              <a:rPr lang="en"/>
              <a:t>‹#›</a:t>
            </a:fld>
            <a:endParaRPr/>
          </a:p>
        </p:txBody>
      </p:sp>
      <p:sp>
        <p:nvSpPr>
          <p:cNvPr id="1934" name="Google Shape;1934;p141"/>
          <p:cNvSpPr txBox="1"/>
          <p:nvPr>
            <p:ph idx="2" type="title"/>
          </p:nvPr>
        </p:nvSpPr>
        <p:spPr>
          <a:xfrm>
            <a:off x="283850" y="478212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t>SOCIAL CLOUD VENTURES PVT LTD</a:t>
            </a:r>
            <a:endParaRPr/>
          </a:p>
        </p:txBody>
      </p:sp>
      <p:sp>
        <p:nvSpPr>
          <p:cNvPr id="1935" name="Google Shape;1935;p141"/>
          <p:cNvSpPr txBox="1"/>
          <p:nvPr>
            <p:ph idx="3" type="title"/>
          </p:nvPr>
        </p:nvSpPr>
        <p:spPr>
          <a:xfrm>
            <a:off x="5524100" y="4778975"/>
            <a:ext cx="1328400" cy="762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600"/>
              <a:buNone/>
            </a:pPr>
            <a:r>
              <a:rPr lang="en"/>
              <a:t>V 1.0 - 2026</a:t>
            </a:r>
            <a:endParaRPr/>
          </a:p>
        </p:txBody>
      </p:sp>
      <p:pic>
        <p:nvPicPr>
          <p:cNvPr id="1936" name="Google Shape;1936;p141" title="JUJU-6.png"/>
          <p:cNvPicPr preferRelativeResize="0"/>
          <p:nvPr/>
        </p:nvPicPr>
        <p:blipFill rotWithShape="1">
          <a:blip r:embed="rId3">
            <a:alphaModFix/>
          </a:blip>
          <a:srcRect b="0" l="0" r="0" t="0"/>
          <a:stretch/>
        </p:blipFill>
        <p:spPr>
          <a:xfrm>
            <a:off x="5613658" y="3555450"/>
            <a:ext cx="688700" cy="88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